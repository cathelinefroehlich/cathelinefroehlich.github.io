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200400" cy="5303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9" autoAdjust="0"/>
    <p:restoredTop sz="94660"/>
  </p:normalViewPr>
  <p:slideViewPr>
    <p:cSldViewPr snapToGrid="0">
      <p:cViewPr varScale="1">
        <p:scale>
          <a:sx n="193" d="100"/>
          <a:sy n="193" d="100"/>
        </p:scale>
        <p:origin x="51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868013"/>
            <a:ext cx="2720340" cy="1846521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2785743"/>
            <a:ext cx="2400300" cy="1280533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1322278"/>
            <a:ext cx="2760345" cy="2206249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3549399"/>
            <a:ext cx="2760345" cy="1160214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1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1411902"/>
            <a:ext cx="136017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1411902"/>
            <a:ext cx="136017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6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282381"/>
            <a:ext cx="2760345" cy="1025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1300177"/>
            <a:ext cx="1353919" cy="637197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937374"/>
            <a:ext cx="1353919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1300177"/>
            <a:ext cx="1360587" cy="637197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937374"/>
            <a:ext cx="1360587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5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3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353589"/>
            <a:ext cx="1032212" cy="1237562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763655"/>
            <a:ext cx="1620203" cy="3769163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591151"/>
            <a:ext cx="1032212" cy="294780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5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353589"/>
            <a:ext cx="1032212" cy="1237562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763655"/>
            <a:ext cx="1620203" cy="3769163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591151"/>
            <a:ext cx="1032212" cy="294780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5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282380"/>
            <a:ext cx="690086" cy="4494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282380"/>
            <a:ext cx="2030254" cy="4494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282381"/>
            <a:ext cx="2760345" cy="1025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1411902"/>
            <a:ext cx="2760345" cy="336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4915873"/>
            <a:ext cx="72009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E4DC2-2E65-4352-8FC1-1E45467C8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4915873"/>
            <a:ext cx="1080135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4915873"/>
            <a:ext cx="72009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5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1FC374-8701-877B-481F-EE8090746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6" t="15167" r="16749" b="7652"/>
          <a:stretch>
            <a:fillRect/>
          </a:stretch>
        </p:blipFill>
        <p:spPr>
          <a:xfrm>
            <a:off x="99421" y="2881007"/>
            <a:ext cx="3001558" cy="2364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9D4695-781B-A7D7-20B8-495CB0898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2" t="25791" r="25366" b="28248"/>
          <a:stretch>
            <a:fillRect/>
          </a:stretch>
        </p:blipFill>
        <p:spPr>
          <a:xfrm>
            <a:off x="99421" y="188658"/>
            <a:ext cx="3001558" cy="2428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B7E59-0C05-20AC-91F7-7DCFADD98A75}"/>
              </a:ext>
            </a:extLst>
          </p:cNvPr>
          <p:cNvSpPr txBox="1"/>
          <p:nvPr/>
        </p:nvSpPr>
        <p:spPr>
          <a:xfrm>
            <a:off x="2142" y="-41849"/>
            <a:ext cx="295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Cleaner goby on live coral: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AC55D-24AB-37A5-B205-87EC27E0E713}"/>
              </a:ext>
            </a:extLst>
          </p:cNvPr>
          <p:cNvSpPr txBox="1"/>
          <p:nvPr/>
        </p:nvSpPr>
        <p:spPr>
          <a:xfrm>
            <a:off x="2142" y="2651604"/>
            <a:ext cx="295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Cleaner shrimp on anemone:</a:t>
            </a:r>
          </a:p>
        </p:txBody>
      </p:sp>
    </p:spTree>
    <p:extLst>
      <p:ext uri="{BB962C8B-B14F-4D97-AF65-F5344CB8AC3E}">
        <p14:creationId xmlns:p14="http://schemas.microsoft.com/office/powerpoint/2010/main" val="392518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Catheline Froehlich</dc:creator>
  <cp:lastModifiedBy>Catheline Froehlich</cp:lastModifiedBy>
  <cp:revision>2</cp:revision>
  <dcterms:created xsi:type="dcterms:W3CDTF">2025-07-17T16:29:12Z</dcterms:created>
  <dcterms:modified xsi:type="dcterms:W3CDTF">2025-07-17T16:36:39Z</dcterms:modified>
</cp:coreProperties>
</file>