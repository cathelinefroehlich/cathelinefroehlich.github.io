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7" r:id="rId1"/>
  </p:sldMasterIdLst>
  <p:sldIdLst>
    <p:sldId id="256" r:id="rId2"/>
  </p:sldIdLst>
  <p:sldSz cx="7315200" cy="5943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293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theline Froehlich" userId="c70a2158-8357-4e59-a9d3-765ef90f91ec" providerId="ADAL" clId="{5AB28E44-E9CA-422E-83E4-5FE61B275FAC}"/>
    <pc:docChg chg="undo redo custSel modSld modMainMaster">
      <pc:chgData name="Catheline Froehlich" userId="c70a2158-8357-4e59-a9d3-765ef90f91ec" providerId="ADAL" clId="{5AB28E44-E9CA-422E-83E4-5FE61B275FAC}" dt="2026-08-28T22:42:28.500" v="126" actId="1076"/>
      <pc:docMkLst>
        <pc:docMk/>
      </pc:docMkLst>
      <pc:sldChg chg="addSp delSp modSp mod">
        <pc:chgData name="Catheline Froehlich" userId="c70a2158-8357-4e59-a9d3-765ef90f91ec" providerId="ADAL" clId="{5AB28E44-E9CA-422E-83E4-5FE61B275FAC}" dt="2026-08-28T22:42:28.500" v="126" actId="1076"/>
        <pc:sldMkLst>
          <pc:docMk/>
          <pc:sldMk cId="3910595983" sldId="256"/>
        </pc:sldMkLst>
        <pc:spChg chg="del">
          <ac:chgData name="Catheline Froehlich" userId="c70a2158-8357-4e59-a9d3-765ef90f91ec" providerId="ADAL" clId="{5AB28E44-E9CA-422E-83E4-5FE61B275FAC}" dt="2026-08-28T22:30:57.808" v="2" actId="478"/>
          <ac:spMkLst>
            <pc:docMk/>
            <pc:sldMk cId="3910595983" sldId="256"/>
            <ac:spMk id="4" creationId="{010ED232-ADB4-9212-504F-5D3CA5DCCA62}"/>
          </ac:spMkLst>
        </pc:spChg>
        <pc:spChg chg="del">
          <ac:chgData name="Catheline Froehlich" userId="c70a2158-8357-4e59-a9d3-765ef90f91ec" providerId="ADAL" clId="{5AB28E44-E9CA-422E-83E4-5FE61B275FAC}" dt="2026-08-28T22:30:55.703" v="1" actId="478"/>
          <ac:spMkLst>
            <pc:docMk/>
            <pc:sldMk cId="3910595983" sldId="256"/>
            <ac:spMk id="7" creationId="{0F52FF6F-1220-B58E-8273-9877ACDEB21B}"/>
          </ac:spMkLst>
        </pc:spChg>
        <pc:spChg chg="mod">
          <ac:chgData name="Catheline Froehlich" userId="c70a2158-8357-4e59-a9d3-765ef90f91ec" providerId="ADAL" clId="{5AB28E44-E9CA-422E-83E4-5FE61B275FAC}" dt="2026-08-28T22:36:11.147" v="74" actId="403"/>
          <ac:spMkLst>
            <pc:docMk/>
            <pc:sldMk cId="3910595983" sldId="256"/>
            <ac:spMk id="27" creationId="{10DDBAE6-4D60-4CD1-B7AA-79488B3EC2A3}"/>
          </ac:spMkLst>
        </pc:spChg>
        <pc:spChg chg="mod">
          <ac:chgData name="Catheline Froehlich" userId="c70a2158-8357-4e59-a9d3-765ef90f91ec" providerId="ADAL" clId="{5AB28E44-E9CA-422E-83E4-5FE61B275FAC}" dt="2026-08-28T22:36:11.147" v="74" actId="403"/>
          <ac:spMkLst>
            <pc:docMk/>
            <pc:sldMk cId="3910595983" sldId="256"/>
            <ac:spMk id="28" creationId="{52BEF9CA-9A66-475B-86B2-18C7722B4628}"/>
          </ac:spMkLst>
        </pc:spChg>
        <pc:picChg chg="add mod modCrop">
          <ac:chgData name="Catheline Froehlich" userId="c70a2158-8357-4e59-a9d3-765ef90f91ec" providerId="ADAL" clId="{5AB28E44-E9CA-422E-83E4-5FE61B275FAC}" dt="2026-08-28T22:35:21.569" v="69" actId="1038"/>
          <ac:picMkLst>
            <pc:docMk/>
            <pc:sldMk cId="3910595983" sldId="256"/>
            <ac:picMk id="3" creationId="{E7FA1E95-B78F-B5AC-ED2D-38E336FB2D03}"/>
          </ac:picMkLst>
        </pc:picChg>
        <pc:picChg chg="mod">
          <ac:chgData name="Catheline Froehlich" userId="c70a2158-8357-4e59-a9d3-765ef90f91ec" providerId="ADAL" clId="{5AB28E44-E9CA-422E-83E4-5FE61B275FAC}" dt="2026-08-28T22:39:57.507" v="113" actId="1037"/>
          <ac:picMkLst>
            <pc:docMk/>
            <pc:sldMk cId="3910595983" sldId="256"/>
            <ac:picMk id="5" creationId="{7548FE5E-FBBD-43A0-B9AA-7D4C18FE9032}"/>
          </ac:picMkLst>
        </pc:picChg>
        <pc:picChg chg="add del mod">
          <ac:chgData name="Catheline Froehlich" userId="c70a2158-8357-4e59-a9d3-765ef90f91ec" providerId="ADAL" clId="{5AB28E44-E9CA-422E-83E4-5FE61B275FAC}" dt="2026-08-28T22:37:28.292" v="80" actId="478"/>
          <ac:picMkLst>
            <pc:docMk/>
            <pc:sldMk cId="3910595983" sldId="256"/>
            <ac:picMk id="8" creationId="{7AD147AF-4F3A-C436-7BDA-E5801ABB3906}"/>
          </ac:picMkLst>
        </pc:picChg>
        <pc:picChg chg="mod">
          <ac:chgData name="Catheline Froehlich" userId="c70a2158-8357-4e59-a9d3-765ef90f91ec" providerId="ADAL" clId="{5AB28E44-E9CA-422E-83E4-5FE61B275FAC}" dt="2026-08-28T22:39:59.615" v="117" actId="1037"/>
          <ac:picMkLst>
            <pc:docMk/>
            <pc:sldMk cId="3910595983" sldId="256"/>
            <ac:picMk id="9" creationId="{97E41186-87FF-4107-9417-02A2B4EA93EE}"/>
          </ac:picMkLst>
        </pc:picChg>
        <pc:picChg chg="del">
          <ac:chgData name="Catheline Froehlich" userId="c70a2158-8357-4e59-a9d3-765ef90f91ec" providerId="ADAL" clId="{5AB28E44-E9CA-422E-83E4-5FE61B275FAC}" dt="2026-08-28T22:30:53.613" v="0" actId="478"/>
          <ac:picMkLst>
            <pc:docMk/>
            <pc:sldMk cId="3910595983" sldId="256"/>
            <ac:picMk id="10" creationId="{4A4EE2DE-0AF4-4B64-A8BB-40C8B1550FA6}"/>
          </ac:picMkLst>
        </pc:picChg>
        <pc:picChg chg="del">
          <ac:chgData name="Catheline Froehlich" userId="c70a2158-8357-4e59-a9d3-765ef90f91ec" providerId="ADAL" clId="{5AB28E44-E9CA-422E-83E4-5FE61B275FAC}" dt="2026-08-28T22:36:17.044" v="75" actId="478"/>
          <ac:picMkLst>
            <pc:docMk/>
            <pc:sldMk cId="3910595983" sldId="256"/>
            <ac:picMk id="11" creationId="{EFC47F16-6505-42C7-A1D1-E817D3D6755E}"/>
          </ac:picMkLst>
        </pc:picChg>
        <pc:picChg chg="mod">
          <ac:chgData name="Catheline Froehlich" userId="c70a2158-8357-4e59-a9d3-765ef90f91ec" providerId="ADAL" clId="{5AB28E44-E9CA-422E-83E4-5FE61B275FAC}" dt="2026-08-28T22:35:19.497" v="67"/>
          <ac:picMkLst>
            <pc:docMk/>
            <pc:sldMk cId="3910595983" sldId="256"/>
            <ac:picMk id="13" creationId="{28F2375E-CB53-4FFE-9EE7-06748D8055CD}"/>
          </ac:picMkLst>
        </pc:picChg>
        <pc:picChg chg="add del mod modCrop">
          <ac:chgData name="Catheline Froehlich" userId="c70a2158-8357-4e59-a9d3-765ef90f91ec" providerId="ADAL" clId="{5AB28E44-E9CA-422E-83E4-5FE61B275FAC}" dt="2026-08-28T22:39:50.483" v="100" actId="478"/>
          <ac:picMkLst>
            <pc:docMk/>
            <pc:sldMk cId="3910595983" sldId="256"/>
            <ac:picMk id="14" creationId="{EA3D826D-E9D3-73F4-E0EE-C63E04466835}"/>
          </ac:picMkLst>
        </pc:picChg>
        <pc:picChg chg="mod">
          <ac:chgData name="Catheline Froehlich" userId="c70a2158-8357-4e59-a9d3-765ef90f91ec" providerId="ADAL" clId="{5AB28E44-E9CA-422E-83E4-5FE61B275FAC}" dt="2026-08-28T22:35:19.497" v="67"/>
          <ac:picMkLst>
            <pc:docMk/>
            <pc:sldMk cId="3910595983" sldId="256"/>
            <ac:picMk id="15" creationId="{2A52A1EA-B158-4201-B1A2-0650855E0D8A}"/>
          </ac:picMkLst>
        </pc:picChg>
        <pc:picChg chg="mod">
          <ac:chgData name="Catheline Froehlich" userId="c70a2158-8357-4e59-a9d3-765ef90f91ec" providerId="ADAL" clId="{5AB28E44-E9CA-422E-83E4-5FE61B275FAC}" dt="2026-08-28T22:35:19.497" v="67"/>
          <ac:picMkLst>
            <pc:docMk/>
            <pc:sldMk cId="3910595983" sldId="256"/>
            <ac:picMk id="17" creationId="{B83A8A61-EA5B-4565-9103-2D82C6FD8D96}"/>
          </ac:picMkLst>
        </pc:picChg>
        <pc:picChg chg="add mod modCrop">
          <ac:chgData name="Catheline Froehlich" userId="c70a2158-8357-4e59-a9d3-765ef90f91ec" providerId="ADAL" clId="{5AB28E44-E9CA-422E-83E4-5FE61B275FAC}" dt="2026-08-28T22:42:28.500" v="126" actId="1076"/>
          <ac:picMkLst>
            <pc:docMk/>
            <pc:sldMk cId="3910595983" sldId="256"/>
            <ac:picMk id="18" creationId="{7411E4F4-EA78-D360-100B-F3C7A1F8D894}"/>
          </ac:picMkLst>
        </pc:picChg>
        <pc:picChg chg="mod">
          <ac:chgData name="Catheline Froehlich" userId="c70a2158-8357-4e59-a9d3-765ef90f91ec" providerId="ADAL" clId="{5AB28E44-E9CA-422E-83E4-5FE61B275FAC}" dt="2026-08-28T22:35:19.497" v="67"/>
          <ac:picMkLst>
            <pc:docMk/>
            <pc:sldMk cId="3910595983" sldId="256"/>
            <ac:picMk id="22" creationId="{3F516170-E508-491D-BB14-C4C1B01D31E8}"/>
          </ac:picMkLst>
        </pc:picChg>
        <pc:picChg chg="mod">
          <ac:chgData name="Catheline Froehlich" userId="c70a2158-8357-4e59-a9d3-765ef90f91ec" providerId="ADAL" clId="{5AB28E44-E9CA-422E-83E4-5FE61B275FAC}" dt="2026-08-28T22:35:19.497" v="67"/>
          <ac:picMkLst>
            <pc:docMk/>
            <pc:sldMk cId="3910595983" sldId="256"/>
            <ac:picMk id="23" creationId="{1A7B6670-79F7-4711-8900-B85F8C7F4667}"/>
          </ac:picMkLst>
        </pc:picChg>
        <pc:picChg chg="mod">
          <ac:chgData name="Catheline Froehlich" userId="c70a2158-8357-4e59-a9d3-765ef90f91ec" providerId="ADAL" clId="{5AB28E44-E9CA-422E-83E4-5FE61B275FAC}" dt="2026-08-28T22:35:19.497" v="67"/>
          <ac:picMkLst>
            <pc:docMk/>
            <pc:sldMk cId="3910595983" sldId="256"/>
            <ac:picMk id="26" creationId="{AFF3528C-CC96-43AB-AFEE-77B46A295CD6}"/>
          </ac:picMkLst>
        </pc:picChg>
      </pc:sldChg>
      <pc:sldMasterChg chg="modSp modSldLayout">
        <pc:chgData name="Catheline Froehlich" userId="c70a2158-8357-4e59-a9d3-765ef90f91ec" providerId="ADAL" clId="{5AB28E44-E9CA-422E-83E4-5FE61B275FAC}" dt="2026-08-28T22:35:19.497" v="67"/>
        <pc:sldMasterMkLst>
          <pc:docMk/>
          <pc:sldMasterMk cId="2018712491" sldId="2147483817"/>
        </pc:sldMasterMkLst>
        <pc:spChg chg="mod">
          <ac:chgData name="Catheline Froehlich" userId="c70a2158-8357-4e59-a9d3-765ef90f91ec" providerId="ADAL" clId="{5AB28E44-E9CA-422E-83E4-5FE61B275FAC}" dt="2026-08-28T22:35:19.497" v="67"/>
          <ac:spMkLst>
            <pc:docMk/>
            <pc:sldMasterMk cId="2018712491" sldId="2147483817"/>
            <ac:spMk id="2" creationId="{CC57148D-D60C-3359-4AC2-15A43E221742}"/>
          </ac:spMkLst>
        </pc:spChg>
        <pc:spChg chg="mod">
          <ac:chgData name="Catheline Froehlich" userId="c70a2158-8357-4e59-a9d3-765ef90f91ec" providerId="ADAL" clId="{5AB28E44-E9CA-422E-83E4-5FE61B275FAC}" dt="2026-08-28T22:35:19.497" v="67"/>
          <ac:spMkLst>
            <pc:docMk/>
            <pc:sldMasterMk cId="2018712491" sldId="2147483817"/>
            <ac:spMk id="3" creationId="{E1A8731C-FCAE-A05A-5A11-57005B86ABD4}"/>
          </ac:spMkLst>
        </pc:spChg>
        <pc:spChg chg="mod">
          <ac:chgData name="Catheline Froehlich" userId="c70a2158-8357-4e59-a9d3-765ef90f91ec" providerId="ADAL" clId="{5AB28E44-E9CA-422E-83E4-5FE61B275FAC}" dt="2026-08-28T22:35:19.497" v="67"/>
          <ac:spMkLst>
            <pc:docMk/>
            <pc:sldMasterMk cId="2018712491" sldId="2147483817"/>
            <ac:spMk id="4" creationId="{225215E5-6146-14C5-665E-EF04630DCB32}"/>
          </ac:spMkLst>
        </pc:spChg>
        <pc:spChg chg="mod">
          <ac:chgData name="Catheline Froehlich" userId="c70a2158-8357-4e59-a9d3-765ef90f91ec" providerId="ADAL" clId="{5AB28E44-E9CA-422E-83E4-5FE61B275FAC}" dt="2026-08-28T22:35:19.497" v="67"/>
          <ac:spMkLst>
            <pc:docMk/>
            <pc:sldMasterMk cId="2018712491" sldId="2147483817"/>
            <ac:spMk id="5" creationId="{44952E70-B2DF-717F-6373-70A688FAD82F}"/>
          </ac:spMkLst>
        </pc:spChg>
        <pc:spChg chg="mod">
          <ac:chgData name="Catheline Froehlich" userId="c70a2158-8357-4e59-a9d3-765ef90f91ec" providerId="ADAL" clId="{5AB28E44-E9CA-422E-83E4-5FE61B275FAC}" dt="2026-08-28T22:35:19.497" v="67"/>
          <ac:spMkLst>
            <pc:docMk/>
            <pc:sldMasterMk cId="2018712491" sldId="2147483817"/>
            <ac:spMk id="6" creationId="{20E8FA3A-8706-3F4B-41CC-B024431F6200}"/>
          </ac:spMkLst>
        </pc:spChg>
        <pc:sldLayoutChg chg="modSp">
          <pc:chgData name="Catheline Froehlich" userId="c70a2158-8357-4e59-a9d3-765ef90f91ec" providerId="ADAL" clId="{5AB28E44-E9CA-422E-83E4-5FE61B275FAC}" dt="2026-08-28T22:35:19.497" v="67"/>
          <pc:sldLayoutMkLst>
            <pc:docMk/>
            <pc:sldMasterMk cId="2018712491" sldId="2147483817"/>
            <pc:sldLayoutMk cId="295653145" sldId="2147483818"/>
          </pc:sldLayoutMkLst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295653145" sldId="2147483818"/>
              <ac:spMk id="2" creationId="{7A509CE9-F18C-5020-CF43-5960AFE654F6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295653145" sldId="2147483818"/>
              <ac:spMk id="3" creationId="{A16B3AA5-F8D6-AB69-241F-6F8F1DD41E55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295653145" sldId="2147483818"/>
              <ac:spMk id="5" creationId="{7AE78127-77D8-DF99-4AE0-F322800B057B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295653145" sldId="2147483818"/>
              <ac:spMk id="16" creationId="{569E8996-63F9-282F-EB89-823A9E405F96}"/>
            </ac:spMkLst>
          </pc:sp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295653145" sldId="2147483818"/>
              <ac:cxnSpMk id="7" creationId="{FFFC4771-5A22-2E68-AB04-0949D0A15B66}"/>
            </ac:cxnSpMkLst>
          </pc:cxn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295653145" sldId="2147483818"/>
              <ac:cxnSpMk id="8" creationId="{60E1F764-5B01-7711-9CF1-7EA13A629701}"/>
            </ac:cxnSpMkLst>
          </pc:cxn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295653145" sldId="2147483818"/>
              <ac:cxnSpMk id="9" creationId="{0AA95C5A-6D75-9E1D-C459-7F2022E84F55}"/>
            </ac:cxnSpMkLst>
          </pc:cxn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295653145" sldId="2147483818"/>
              <ac:cxnSpMk id="10" creationId="{00ED5AC1-9F96-A868-7F45-523BF1A45E7C}"/>
            </ac:cxnSpMkLst>
          </pc:cxnChg>
        </pc:sldLayoutChg>
        <pc:sldLayoutChg chg="modSp">
          <pc:chgData name="Catheline Froehlich" userId="c70a2158-8357-4e59-a9d3-765ef90f91ec" providerId="ADAL" clId="{5AB28E44-E9CA-422E-83E4-5FE61B275FAC}" dt="2026-08-28T22:35:19.497" v="67"/>
          <pc:sldLayoutMkLst>
            <pc:docMk/>
            <pc:sldMasterMk cId="2018712491" sldId="2147483817"/>
            <pc:sldLayoutMk cId="298149145" sldId="2147483819"/>
          </pc:sldLayoutMkLst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298149145" sldId="2147483819"/>
              <ac:spMk id="2" creationId="{6A58AB8C-6B7B-EBD3-4D71-F5150448D3B6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298149145" sldId="2147483819"/>
              <ac:spMk id="3" creationId="{00327223-CF88-A3FD-E8DF-370D7C19B1B6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298149145" sldId="2147483819"/>
              <ac:spMk id="5" creationId="{A7E38D70-266E-0D00-4BB2-CEF20A35B76C}"/>
            </ac:spMkLst>
          </pc:sp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298149145" sldId="2147483819"/>
              <ac:cxnSpMk id="15" creationId="{176D044F-5574-D6D7-2A47-5069E411C22F}"/>
            </ac:cxnSpMkLst>
          </pc:cxnChg>
        </pc:sldLayoutChg>
        <pc:sldLayoutChg chg="modSp">
          <pc:chgData name="Catheline Froehlich" userId="c70a2158-8357-4e59-a9d3-765ef90f91ec" providerId="ADAL" clId="{5AB28E44-E9CA-422E-83E4-5FE61B275FAC}" dt="2026-08-28T22:35:19.497" v="67"/>
          <pc:sldLayoutMkLst>
            <pc:docMk/>
            <pc:sldMasterMk cId="2018712491" sldId="2147483817"/>
            <pc:sldLayoutMk cId="1672987162" sldId="2147483820"/>
          </pc:sldLayoutMkLst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1672987162" sldId="2147483820"/>
              <ac:spMk id="2" creationId="{7A509CE9-F18C-5020-CF43-5960AFE654F6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1672987162" sldId="2147483820"/>
              <ac:spMk id="3" creationId="{A16B3AA5-F8D6-AB69-241F-6F8F1DD41E55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1672987162" sldId="2147483820"/>
              <ac:spMk id="4" creationId="{D2D04168-7304-004B-C2F6-42E38FDC5908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1672987162" sldId="2147483820"/>
              <ac:spMk id="5" creationId="{7AE78127-77D8-DF99-4AE0-F322800B057B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1672987162" sldId="2147483820"/>
              <ac:spMk id="16" creationId="{569E8996-63F9-282F-EB89-823A9E405F96}"/>
            </ac:spMkLst>
          </pc:sp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1672987162" sldId="2147483820"/>
              <ac:cxnSpMk id="7" creationId="{88BE003B-9AA9-5AAB-16A3-CC8CD5997AAA}"/>
            </ac:cxnSpMkLst>
          </pc:cxn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1672987162" sldId="2147483820"/>
              <ac:cxnSpMk id="8" creationId="{50CBC2A1-BC50-27CD-C764-435FA7A59ABD}"/>
            </ac:cxnSpMkLst>
          </pc:cxnChg>
        </pc:sldLayoutChg>
        <pc:sldLayoutChg chg="modSp">
          <pc:chgData name="Catheline Froehlich" userId="c70a2158-8357-4e59-a9d3-765ef90f91ec" providerId="ADAL" clId="{5AB28E44-E9CA-422E-83E4-5FE61B275FAC}" dt="2026-08-28T22:35:19.497" v="67"/>
          <pc:sldLayoutMkLst>
            <pc:docMk/>
            <pc:sldMasterMk cId="2018712491" sldId="2147483817"/>
            <pc:sldLayoutMk cId="1281284687" sldId="2147483821"/>
          </pc:sldLayoutMkLst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1281284687" sldId="2147483821"/>
              <ac:spMk id="2" creationId="{7A509CE9-F18C-5020-CF43-5960AFE654F6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1281284687" sldId="2147483821"/>
              <ac:spMk id="3" creationId="{A16B3AA5-F8D6-AB69-241F-6F8F1DD41E55}"/>
            </ac:spMkLst>
          </pc:sp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1281284687" sldId="2147483821"/>
              <ac:cxnSpMk id="7" creationId="{77C4A186-7A3C-2849-F4A7-5B5565EB29E6}"/>
            </ac:cxnSpMkLst>
          </pc:cxn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1281284687" sldId="2147483821"/>
              <ac:cxnSpMk id="10" creationId="{90C7E87E-EC44-47F9-6172-5EEA03DE5D87}"/>
            </ac:cxnSpMkLst>
          </pc:cxnChg>
        </pc:sldLayoutChg>
        <pc:sldLayoutChg chg="modSp">
          <pc:chgData name="Catheline Froehlich" userId="c70a2158-8357-4e59-a9d3-765ef90f91ec" providerId="ADAL" clId="{5AB28E44-E9CA-422E-83E4-5FE61B275FAC}" dt="2026-08-28T22:35:19.497" v="67"/>
          <pc:sldLayoutMkLst>
            <pc:docMk/>
            <pc:sldMasterMk cId="2018712491" sldId="2147483817"/>
            <pc:sldLayoutMk cId="1517658728" sldId="2147483822"/>
          </pc:sldLayoutMkLst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1517658728" sldId="2147483822"/>
              <ac:spMk id="2" creationId="{E4EC6DA0-2CB8-AFC5-DB06-AB9235983979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1517658728" sldId="2147483822"/>
              <ac:spMk id="3" creationId="{88E16A9F-28B9-2207-66D3-D952EB7EC876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1517658728" sldId="2147483822"/>
              <ac:spMk id="5" creationId="{28B3F77F-C41D-1011-B9F4-A5DE814F43EF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1517658728" sldId="2147483822"/>
              <ac:spMk id="8" creationId="{F22D6AD5-6168-B411-89A9-90C82303B25C}"/>
            </ac:spMkLst>
          </pc:sp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1517658728" sldId="2147483822"/>
              <ac:cxnSpMk id="7" creationId="{9BFA0DE8-9E4B-D747-CB64-14B8DEDC02EA}"/>
            </ac:cxnSpMkLst>
          </pc:cxn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1517658728" sldId="2147483822"/>
              <ac:cxnSpMk id="11" creationId="{11EB75EB-F27E-271A-C843-4096E1F19057}"/>
            </ac:cxnSpMkLst>
          </pc:cxnChg>
        </pc:sldLayoutChg>
        <pc:sldLayoutChg chg="modSp">
          <pc:chgData name="Catheline Froehlich" userId="c70a2158-8357-4e59-a9d3-765ef90f91ec" providerId="ADAL" clId="{5AB28E44-E9CA-422E-83E4-5FE61B275FAC}" dt="2026-08-28T22:35:19.497" v="67"/>
          <pc:sldLayoutMkLst>
            <pc:docMk/>
            <pc:sldMasterMk cId="2018712491" sldId="2147483817"/>
            <pc:sldLayoutMk cId="3401004162" sldId="2147483823"/>
          </pc:sldLayoutMkLst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3401004162" sldId="2147483823"/>
              <ac:spMk id="2" creationId="{4E4019F8-742E-9EEF-F591-C9666AC32AF1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3401004162" sldId="2147483823"/>
              <ac:spMk id="4" creationId="{0B12CFE6-D05E-5478-B3A4-81DC4DCD7410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3401004162" sldId="2147483823"/>
              <ac:spMk id="6" creationId="{E02D18C4-A1A8-6CA4-B4A2-0E9791DC7F71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3401004162" sldId="2147483823"/>
              <ac:spMk id="7" creationId="{28C8B19A-6FC1-2B71-0BFB-9274CBF396B9}"/>
            </ac:spMkLst>
          </pc:sp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3401004162" sldId="2147483823"/>
              <ac:cxnSpMk id="11" creationId="{F06406B2-3637-5849-867E-A0ADC9D9DDA5}"/>
            </ac:cxnSpMkLst>
          </pc:cxn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3401004162" sldId="2147483823"/>
              <ac:cxnSpMk id="15" creationId="{40E47964-42E3-09B6-4B3F-96D1060D072B}"/>
            </ac:cxnSpMkLst>
          </pc:cxnChg>
        </pc:sldLayoutChg>
        <pc:sldLayoutChg chg="modSp">
          <pc:chgData name="Catheline Froehlich" userId="c70a2158-8357-4e59-a9d3-765ef90f91ec" providerId="ADAL" clId="{5AB28E44-E9CA-422E-83E4-5FE61B275FAC}" dt="2026-08-28T22:35:19.497" v="67"/>
          <pc:sldLayoutMkLst>
            <pc:docMk/>
            <pc:sldMasterMk cId="2018712491" sldId="2147483817"/>
            <pc:sldLayoutMk cId="1691669018" sldId="2147483824"/>
          </pc:sldLayoutMkLst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1691669018" sldId="2147483824"/>
              <ac:spMk id="2" creationId="{4E4019F8-742E-9EEF-F591-C9666AC32AF1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1691669018" sldId="2147483824"/>
              <ac:spMk id="4" creationId="{0B12CFE6-D05E-5478-B3A4-81DC4DCD7410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1691669018" sldId="2147483824"/>
              <ac:spMk id="6" creationId="{B0D0A563-F018-FFF1-B911-D69E42CEEAA5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1691669018" sldId="2147483824"/>
              <ac:spMk id="7" creationId="{28C8B19A-6FC1-2B71-0BFB-9274CBF396B9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1691669018" sldId="2147483824"/>
              <ac:spMk id="8" creationId="{5DA2B1BE-7DDF-C8B4-6A46-21B5A0257D08}"/>
            </ac:spMkLst>
          </pc:sp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1691669018" sldId="2147483824"/>
              <ac:cxnSpMk id="10" creationId="{25DD64E6-257D-65B2-D2A7-6A1002E1E580}"/>
            </ac:cxnSpMkLst>
          </pc:cxn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1691669018" sldId="2147483824"/>
              <ac:cxnSpMk id="11" creationId="{F06406B2-3637-5849-867E-A0ADC9D9DDA5}"/>
            </ac:cxnSpMkLst>
          </pc:cxn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1691669018" sldId="2147483824"/>
              <ac:cxnSpMk id="15" creationId="{40E47964-42E3-09B6-4B3F-96D1060D072B}"/>
            </ac:cxnSpMkLst>
          </pc:cxnChg>
        </pc:sldLayoutChg>
        <pc:sldLayoutChg chg="modSp">
          <pc:chgData name="Catheline Froehlich" userId="c70a2158-8357-4e59-a9d3-765ef90f91ec" providerId="ADAL" clId="{5AB28E44-E9CA-422E-83E4-5FE61B275FAC}" dt="2026-08-28T22:35:19.497" v="67"/>
          <pc:sldLayoutMkLst>
            <pc:docMk/>
            <pc:sldMasterMk cId="2018712491" sldId="2147483817"/>
            <pc:sldLayoutMk cId="3320374215" sldId="2147483825"/>
          </pc:sldLayoutMkLst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3320374215" sldId="2147483825"/>
              <ac:spMk id="2" creationId="{6A58AB8C-6B7B-EBD3-4D71-F5150448D3B6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3320374215" sldId="2147483825"/>
              <ac:spMk id="3" creationId="{00327223-CF88-A3FD-E8DF-370D7C19B1B6}"/>
            </ac:spMkLst>
          </pc:sp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3320374215" sldId="2147483825"/>
              <ac:cxnSpMk id="11" creationId="{4BF5C1EC-3A2D-2E51-65A6-6155B3776C4A}"/>
            </ac:cxnSpMkLst>
          </pc:cxn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3320374215" sldId="2147483825"/>
              <ac:cxnSpMk id="12" creationId="{F797FEE4-9B7E-CE58-4AA3-EC6E3E1861F3}"/>
            </ac:cxnSpMkLst>
          </pc:cxnChg>
        </pc:sldLayoutChg>
        <pc:sldLayoutChg chg="modSp">
          <pc:chgData name="Catheline Froehlich" userId="c70a2158-8357-4e59-a9d3-765ef90f91ec" providerId="ADAL" clId="{5AB28E44-E9CA-422E-83E4-5FE61B275FAC}" dt="2026-08-28T22:35:19.497" v="67"/>
          <pc:sldLayoutMkLst>
            <pc:docMk/>
            <pc:sldMasterMk cId="2018712491" sldId="2147483817"/>
            <pc:sldLayoutMk cId="3661522307" sldId="2147483826"/>
          </pc:sldLayoutMkLst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3661522307" sldId="2147483826"/>
              <ac:spMk id="2" creationId="{6A58AB8C-6B7B-EBD3-4D71-F5150448D3B6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3661522307" sldId="2147483826"/>
              <ac:spMk id="3" creationId="{00327223-CF88-A3FD-E8DF-370D7C19B1B6}"/>
            </ac:spMkLst>
          </pc:sp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3661522307" sldId="2147483826"/>
              <ac:cxnSpMk id="9" creationId="{A6AC6891-86BE-FF41-E94E-AB97BFFB2322}"/>
            </ac:cxnSpMkLst>
          </pc:cxn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3661522307" sldId="2147483826"/>
              <ac:cxnSpMk id="10" creationId="{E151E503-5C8D-3CDA-5CC2-A56B4F2A6193}"/>
            </ac:cxnSpMkLst>
          </pc:cxnChg>
        </pc:sldLayoutChg>
        <pc:sldLayoutChg chg="modSp">
          <pc:chgData name="Catheline Froehlich" userId="c70a2158-8357-4e59-a9d3-765ef90f91ec" providerId="ADAL" clId="{5AB28E44-E9CA-422E-83E4-5FE61B275FAC}" dt="2026-08-28T22:35:19.497" v="67"/>
          <pc:sldLayoutMkLst>
            <pc:docMk/>
            <pc:sldMasterMk cId="2018712491" sldId="2147483817"/>
            <pc:sldLayoutMk cId="2380094425" sldId="2147483827"/>
          </pc:sldLayoutMkLst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2380094425" sldId="2147483827"/>
              <ac:spMk id="2" creationId="{6A58AB8C-6B7B-EBD3-4D71-F5150448D3B6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2380094425" sldId="2147483827"/>
              <ac:spMk id="3" creationId="{00327223-CF88-A3FD-E8DF-370D7C19B1B6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2380094425" sldId="2147483827"/>
              <ac:spMk id="5" creationId="{A7E38D70-266E-0D00-4BB2-CEF20A35B76C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2380094425" sldId="2147483827"/>
              <ac:spMk id="19" creationId="{FBB1EB8E-9C26-DC32-8498-7F5998392555}"/>
            </ac:spMkLst>
          </pc:sp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2380094425" sldId="2147483827"/>
              <ac:cxnSpMk id="9" creationId="{0F4F50A3-1136-13EC-E499-F6DDCBFE375F}"/>
            </ac:cxnSpMkLst>
          </pc:cxn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2380094425" sldId="2147483827"/>
              <ac:cxnSpMk id="14" creationId="{6EB92977-9D16-C370-F779-0B9C67993046}"/>
            </ac:cxnSpMkLst>
          </pc:cxn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2380094425" sldId="2147483827"/>
              <ac:cxnSpMk id="15" creationId="{A254AC9C-312D-B8D1-5D04-C0CE07B464DB}"/>
            </ac:cxnSpMkLst>
          </pc:cxnChg>
        </pc:sldLayoutChg>
        <pc:sldLayoutChg chg="modSp">
          <pc:chgData name="Catheline Froehlich" userId="c70a2158-8357-4e59-a9d3-765ef90f91ec" providerId="ADAL" clId="{5AB28E44-E9CA-422E-83E4-5FE61B275FAC}" dt="2026-08-28T22:35:19.497" v="67"/>
          <pc:sldLayoutMkLst>
            <pc:docMk/>
            <pc:sldMasterMk cId="2018712491" sldId="2147483817"/>
            <pc:sldLayoutMk cId="417481100" sldId="2147483828"/>
          </pc:sldLayoutMkLst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417481100" sldId="2147483828"/>
              <ac:spMk id="2" creationId="{6A58AB8C-6B7B-EBD3-4D71-F5150448D3B6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417481100" sldId="2147483828"/>
              <ac:spMk id="3" creationId="{00327223-CF88-A3FD-E8DF-370D7C19B1B6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417481100" sldId="2147483828"/>
              <ac:spMk id="5" creationId="{A7E38D70-266E-0D00-4BB2-CEF20A35B76C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417481100" sldId="2147483828"/>
              <ac:spMk id="19" creationId="{FBB1EB8E-9C26-DC32-8498-7F5998392555}"/>
            </ac:spMkLst>
          </pc:sp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417481100" sldId="2147483828"/>
              <ac:cxnSpMk id="14" creationId="{6EB92977-9D16-C370-F779-0B9C67993046}"/>
            </ac:cxnSpMkLst>
          </pc:cxn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417481100" sldId="2147483828"/>
              <ac:cxnSpMk id="15" creationId="{A254AC9C-312D-B8D1-5D04-C0CE07B464DB}"/>
            </ac:cxnSpMkLst>
          </pc:cxnChg>
        </pc:sldLayoutChg>
        <pc:sldLayoutChg chg="modSp">
          <pc:chgData name="Catheline Froehlich" userId="c70a2158-8357-4e59-a9d3-765ef90f91ec" providerId="ADAL" clId="{5AB28E44-E9CA-422E-83E4-5FE61B275FAC}" dt="2026-08-28T22:35:19.497" v="67"/>
          <pc:sldLayoutMkLst>
            <pc:docMk/>
            <pc:sldMasterMk cId="2018712491" sldId="2147483817"/>
            <pc:sldLayoutMk cId="1733846976" sldId="2147483829"/>
          </pc:sldLayoutMkLst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1733846976" sldId="2147483829"/>
              <ac:spMk id="2" creationId="{6A58AB8C-6B7B-EBD3-4D71-F5150448D3B6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1733846976" sldId="2147483829"/>
              <ac:spMk id="3" creationId="{00327223-CF88-A3FD-E8DF-370D7C19B1B6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1733846976" sldId="2147483829"/>
              <ac:spMk id="5" creationId="{A7E38D70-266E-0D00-4BB2-CEF20A35B76C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1733846976" sldId="2147483829"/>
              <ac:spMk id="19" creationId="{FBB1EB8E-9C26-DC32-8498-7F5998392555}"/>
            </ac:spMkLst>
          </pc:sp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1733846976" sldId="2147483829"/>
              <ac:cxnSpMk id="14" creationId="{6EB92977-9D16-C370-F779-0B9C67993046}"/>
            </ac:cxnSpMkLst>
          </pc:cxn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1733846976" sldId="2147483829"/>
              <ac:cxnSpMk id="15" creationId="{A254AC9C-312D-B8D1-5D04-C0CE07B464DB}"/>
            </ac:cxnSpMkLst>
          </pc:cxnChg>
        </pc:sldLayoutChg>
        <pc:sldLayoutChg chg="modSp">
          <pc:chgData name="Catheline Froehlich" userId="c70a2158-8357-4e59-a9d3-765ef90f91ec" providerId="ADAL" clId="{5AB28E44-E9CA-422E-83E4-5FE61B275FAC}" dt="2026-08-28T22:35:19.497" v="67"/>
          <pc:sldLayoutMkLst>
            <pc:docMk/>
            <pc:sldMasterMk cId="2018712491" sldId="2147483817"/>
            <pc:sldLayoutMk cId="71090907" sldId="2147483830"/>
          </pc:sldLayoutMkLst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71090907" sldId="2147483830"/>
              <ac:spMk id="2" creationId="{6A58AB8C-6B7B-EBD3-4D71-F5150448D3B6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71090907" sldId="2147483830"/>
              <ac:spMk id="3" creationId="{00327223-CF88-A3FD-E8DF-370D7C19B1B6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71090907" sldId="2147483830"/>
              <ac:spMk id="5" creationId="{A7E38D70-266E-0D00-4BB2-CEF20A35B76C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71090907" sldId="2147483830"/>
              <ac:spMk id="19" creationId="{FBB1EB8E-9C26-DC32-8498-7F5998392555}"/>
            </ac:spMkLst>
          </pc:sp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71090907" sldId="2147483830"/>
              <ac:cxnSpMk id="14" creationId="{6EB92977-9D16-C370-F779-0B9C67993046}"/>
            </ac:cxnSpMkLst>
          </pc:cxn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71090907" sldId="2147483830"/>
              <ac:cxnSpMk id="15" creationId="{A254AC9C-312D-B8D1-5D04-C0CE07B464DB}"/>
            </ac:cxnSpMkLst>
          </pc:cxnChg>
        </pc:sldLayoutChg>
        <pc:sldLayoutChg chg="modSp">
          <pc:chgData name="Catheline Froehlich" userId="c70a2158-8357-4e59-a9d3-765ef90f91ec" providerId="ADAL" clId="{5AB28E44-E9CA-422E-83E4-5FE61B275FAC}" dt="2026-08-28T22:35:19.497" v="67"/>
          <pc:sldLayoutMkLst>
            <pc:docMk/>
            <pc:sldMasterMk cId="2018712491" sldId="2147483817"/>
            <pc:sldLayoutMk cId="1781438104" sldId="2147483831"/>
          </pc:sldLayoutMkLst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1781438104" sldId="2147483831"/>
              <ac:spMk id="2" creationId="{6A58AB8C-6B7B-EBD3-4D71-F5150448D3B6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1781438104" sldId="2147483831"/>
              <ac:spMk id="3" creationId="{00327223-CF88-A3FD-E8DF-370D7C19B1B6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1781438104" sldId="2147483831"/>
              <ac:spMk id="5" creationId="{A7E38D70-266E-0D00-4BB2-CEF20A35B76C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1781438104" sldId="2147483831"/>
              <ac:spMk id="19" creationId="{FBB1EB8E-9C26-DC32-8498-7F5998392555}"/>
            </ac:spMkLst>
          </pc:sp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1781438104" sldId="2147483831"/>
              <ac:cxnSpMk id="14" creationId="{6EB92977-9D16-C370-F779-0B9C67993046}"/>
            </ac:cxnSpMkLst>
          </pc:cxn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1781438104" sldId="2147483831"/>
              <ac:cxnSpMk id="15" creationId="{A254AC9C-312D-B8D1-5D04-C0CE07B464DB}"/>
            </ac:cxnSpMkLst>
          </pc:cxnChg>
        </pc:sldLayoutChg>
        <pc:sldLayoutChg chg="modSp">
          <pc:chgData name="Catheline Froehlich" userId="c70a2158-8357-4e59-a9d3-765ef90f91ec" providerId="ADAL" clId="{5AB28E44-E9CA-422E-83E4-5FE61B275FAC}" dt="2026-08-28T22:35:19.497" v="67"/>
          <pc:sldLayoutMkLst>
            <pc:docMk/>
            <pc:sldMasterMk cId="2018712491" sldId="2147483817"/>
            <pc:sldLayoutMk cId="2669572703" sldId="2147483832"/>
          </pc:sldLayoutMkLst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2669572703" sldId="2147483832"/>
              <ac:spMk id="2" creationId="{6A58AB8C-6B7B-EBD3-4D71-F5150448D3B6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2669572703" sldId="2147483832"/>
              <ac:spMk id="3" creationId="{00327223-CF88-A3FD-E8DF-370D7C19B1B6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2669572703" sldId="2147483832"/>
              <ac:spMk id="5" creationId="{A7E38D70-266E-0D00-4BB2-CEF20A35B76C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2669572703" sldId="2147483832"/>
              <ac:spMk id="19" creationId="{FBB1EB8E-9C26-DC32-8498-7F5998392555}"/>
            </ac:spMkLst>
          </pc:sp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2669572703" sldId="2147483832"/>
              <ac:cxnSpMk id="7" creationId="{854F2342-86AA-3EA4-EB3B-2DB8D68315E6}"/>
            </ac:cxnSpMkLst>
          </pc:cxn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2669572703" sldId="2147483832"/>
              <ac:cxnSpMk id="8" creationId="{BA67EAFE-BA64-2156-9780-AA400F6F3026}"/>
            </ac:cxnSpMkLst>
          </pc:cxn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2669572703" sldId="2147483832"/>
              <ac:cxnSpMk id="14" creationId="{6EB92977-9D16-C370-F779-0B9C67993046}"/>
            </ac:cxnSpMkLst>
          </pc:cxnChg>
        </pc:sldLayoutChg>
        <pc:sldLayoutChg chg="modSp">
          <pc:chgData name="Catheline Froehlich" userId="c70a2158-8357-4e59-a9d3-765ef90f91ec" providerId="ADAL" clId="{5AB28E44-E9CA-422E-83E4-5FE61B275FAC}" dt="2026-08-28T22:35:19.497" v="67"/>
          <pc:sldLayoutMkLst>
            <pc:docMk/>
            <pc:sldMasterMk cId="2018712491" sldId="2147483817"/>
            <pc:sldLayoutMk cId="3379119356" sldId="2147483833"/>
          </pc:sldLayoutMkLst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3379119356" sldId="2147483833"/>
              <ac:spMk id="2" creationId="{6A58AB8C-6B7B-EBD3-4D71-F5150448D3B6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3379119356" sldId="2147483833"/>
              <ac:spMk id="3" creationId="{00327223-CF88-A3FD-E8DF-370D7C19B1B6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3379119356" sldId="2147483833"/>
              <ac:spMk id="5" creationId="{A7E38D70-266E-0D00-4BB2-CEF20A35B76C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3379119356" sldId="2147483833"/>
              <ac:spMk id="15" creationId="{3B441162-7125-E1E0-1B82-FCC1AB84227E}"/>
            </ac:spMkLst>
          </pc:sp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3379119356" sldId="2147483833"/>
              <ac:cxnSpMk id="7" creationId="{78892870-1B48-2935-21E8-3BC6F474C661}"/>
            </ac:cxnSpMkLst>
          </pc:cxn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3379119356" sldId="2147483833"/>
              <ac:cxnSpMk id="8" creationId="{2FF81FBD-8D67-B5E4-E22E-74E98EF89F80}"/>
            </ac:cxnSpMkLst>
          </pc:cxnChg>
        </pc:sldLayoutChg>
        <pc:sldLayoutChg chg="modSp">
          <pc:chgData name="Catheline Froehlich" userId="c70a2158-8357-4e59-a9d3-765ef90f91ec" providerId="ADAL" clId="{5AB28E44-E9CA-422E-83E4-5FE61B275FAC}" dt="2026-08-28T22:35:19.497" v="67"/>
          <pc:sldLayoutMkLst>
            <pc:docMk/>
            <pc:sldMasterMk cId="2018712491" sldId="2147483817"/>
            <pc:sldLayoutMk cId="3045081205" sldId="2147483834"/>
          </pc:sldLayoutMkLst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3045081205" sldId="2147483834"/>
              <ac:spMk id="2" creationId="{6A58AB8C-6B7B-EBD3-4D71-F5150448D3B6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3045081205" sldId="2147483834"/>
              <ac:spMk id="3" creationId="{00327223-CF88-A3FD-E8DF-370D7C19B1B6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3045081205" sldId="2147483834"/>
              <ac:spMk id="5" creationId="{A7E38D70-266E-0D00-4BB2-CEF20A35B76C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3045081205" sldId="2147483834"/>
              <ac:spMk id="19" creationId="{FBB1EB8E-9C26-DC32-8498-7F5998392555}"/>
            </ac:spMkLst>
          </pc:sp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3045081205" sldId="2147483834"/>
              <ac:cxnSpMk id="7" creationId="{B57362BC-3CD1-D6F5-CB9B-B2AAD7EAD176}"/>
            </ac:cxnSpMkLst>
          </pc:cxn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3045081205" sldId="2147483834"/>
              <ac:cxnSpMk id="9" creationId="{0F4F50A3-1136-13EC-E499-F6DDCBFE375F}"/>
            </ac:cxnSpMkLst>
          </pc:cxn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3045081205" sldId="2147483834"/>
              <ac:cxnSpMk id="14" creationId="{6EB92977-9D16-C370-F779-0B9C67993046}"/>
            </ac:cxnSpMkLst>
          </pc:cxnChg>
        </pc:sldLayoutChg>
        <pc:sldLayoutChg chg="modSp">
          <pc:chgData name="Catheline Froehlich" userId="c70a2158-8357-4e59-a9d3-765ef90f91ec" providerId="ADAL" clId="{5AB28E44-E9CA-422E-83E4-5FE61B275FAC}" dt="2026-08-28T22:35:19.497" v="67"/>
          <pc:sldLayoutMkLst>
            <pc:docMk/>
            <pc:sldMasterMk cId="2018712491" sldId="2147483817"/>
            <pc:sldLayoutMk cId="1532882288" sldId="2147483835"/>
          </pc:sldLayoutMkLst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1532882288" sldId="2147483835"/>
              <ac:spMk id="2" creationId="{6A58AB8C-6B7B-EBD3-4D71-F5150448D3B6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1532882288" sldId="2147483835"/>
              <ac:spMk id="3" creationId="{00327223-CF88-A3FD-E8DF-370D7C19B1B6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1532882288" sldId="2147483835"/>
              <ac:spMk id="5" creationId="{A7E38D70-266E-0D00-4BB2-CEF20A35B76C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1532882288" sldId="2147483835"/>
              <ac:spMk id="19" creationId="{FBB1EB8E-9C26-DC32-8498-7F5998392555}"/>
            </ac:spMkLst>
          </pc:sp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1532882288" sldId="2147483835"/>
              <ac:cxnSpMk id="7" creationId="{B57362BC-3CD1-D6F5-CB9B-B2AAD7EAD176}"/>
            </ac:cxnSpMkLst>
          </pc:cxn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1532882288" sldId="2147483835"/>
              <ac:cxnSpMk id="9" creationId="{0F4F50A3-1136-13EC-E499-F6DDCBFE375F}"/>
            </ac:cxnSpMkLst>
          </pc:cxn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1532882288" sldId="2147483835"/>
              <ac:cxnSpMk id="10" creationId="{440D58D1-F636-9620-582E-41FBB707092B}"/>
            </ac:cxnSpMkLst>
          </pc:cxn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1532882288" sldId="2147483835"/>
              <ac:cxnSpMk id="14" creationId="{6EB92977-9D16-C370-F779-0B9C67993046}"/>
            </ac:cxnSpMkLst>
          </pc:cxnChg>
        </pc:sldLayoutChg>
        <pc:sldLayoutChg chg="modSp">
          <pc:chgData name="Catheline Froehlich" userId="c70a2158-8357-4e59-a9d3-765ef90f91ec" providerId="ADAL" clId="{5AB28E44-E9CA-422E-83E4-5FE61B275FAC}" dt="2026-08-28T22:35:19.497" v="67"/>
          <pc:sldLayoutMkLst>
            <pc:docMk/>
            <pc:sldMasterMk cId="2018712491" sldId="2147483817"/>
            <pc:sldLayoutMk cId="473580554" sldId="2147483836"/>
          </pc:sldLayoutMkLst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473580554" sldId="2147483836"/>
              <ac:spMk id="2" creationId="{0B5B8561-D435-07DE-2456-79994CDFB83C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473580554" sldId="2147483836"/>
              <ac:spMk id="6" creationId="{891F6A87-CC7B-D4BD-1F6A-C3948971C39D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473580554" sldId="2147483836"/>
              <ac:spMk id="7" creationId="{A42AC33E-6837-F850-DF64-4475DAA059EE}"/>
            </ac:spMkLst>
          </pc:sp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473580554" sldId="2147483836"/>
              <ac:cxnSpMk id="10" creationId="{85ADE133-B5D6-A1C0-6BC9-C723D008EC0E}"/>
            </ac:cxnSpMkLst>
          </pc:cxnChg>
        </pc:sldLayoutChg>
        <pc:sldLayoutChg chg="modSp">
          <pc:chgData name="Catheline Froehlich" userId="c70a2158-8357-4e59-a9d3-765ef90f91ec" providerId="ADAL" clId="{5AB28E44-E9CA-422E-83E4-5FE61B275FAC}" dt="2026-08-28T22:35:19.497" v="67"/>
          <pc:sldLayoutMkLst>
            <pc:docMk/>
            <pc:sldMasterMk cId="2018712491" sldId="2147483817"/>
            <pc:sldLayoutMk cId="525998568" sldId="2147483837"/>
          </pc:sldLayoutMkLst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525998568" sldId="2147483837"/>
              <ac:spMk id="2" creationId="{A7221EB5-8556-FBD7-00D5-D69AC8E7E73A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525998568" sldId="2147483837"/>
              <ac:spMk id="4" creationId="{3D56E87B-2252-4382-E6E7-15A81BCC8029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525998568" sldId="2147483837"/>
              <ac:spMk id="6" creationId="{55FB4D75-C478-D736-9A5A-B64DEA241030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525998568" sldId="2147483837"/>
              <ac:spMk id="7" creationId="{3E4E45FF-53F3-89B1-B969-C440DC819EF4}"/>
            </ac:spMkLst>
          </pc:sp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525998568" sldId="2147483837"/>
              <ac:cxnSpMk id="9" creationId="{6C547212-589F-3A5C-2FF7-4E576B86E3A3}"/>
            </ac:cxnSpMkLst>
          </pc:cxn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525998568" sldId="2147483837"/>
              <ac:cxnSpMk id="10" creationId="{440E2472-A2D0-B3C4-1592-E709B2EC9AD6}"/>
            </ac:cxnSpMkLst>
          </pc:cxn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525998568" sldId="2147483837"/>
              <ac:cxnSpMk id="11" creationId="{2F95E0B8-C6C3-8095-D53F-FB618E39D7CE}"/>
            </ac:cxnSpMkLst>
          </pc:cxn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525998568" sldId="2147483837"/>
              <ac:cxnSpMk id="12" creationId="{DAD2DF78-237E-1E21-906C-273460F55F55}"/>
            </ac:cxnSpMkLst>
          </pc:cxnChg>
        </pc:sldLayoutChg>
        <pc:sldLayoutChg chg="modSp">
          <pc:chgData name="Catheline Froehlich" userId="c70a2158-8357-4e59-a9d3-765ef90f91ec" providerId="ADAL" clId="{5AB28E44-E9CA-422E-83E4-5FE61B275FAC}" dt="2026-08-28T22:35:19.497" v="67"/>
          <pc:sldLayoutMkLst>
            <pc:docMk/>
            <pc:sldMasterMk cId="2018712491" sldId="2147483817"/>
            <pc:sldLayoutMk cId="4078720087" sldId="2147483838"/>
          </pc:sldLayoutMkLst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4078720087" sldId="2147483838"/>
              <ac:spMk id="2" creationId="{823F0761-EA67-F7D1-62E4-095EADA262F0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4078720087" sldId="2147483838"/>
              <ac:spMk id="4" creationId="{B54C2DF4-76B6-1299-74E1-66F403C01A3C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4078720087" sldId="2147483838"/>
              <ac:spMk id="7" creationId="{947DCC75-46A1-9953-9459-89672E9805A8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4078720087" sldId="2147483838"/>
              <ac:spMk id="10" creationId="{636EB602-83B2-B4EE-7805-FB94B7747666}"/>
            </ac:spMkLst>
          </pc:sp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4078720087" sldId="2147483838"/>
              <ac:cxnSpMk id="6" creationId="{741338F2-C5CE-45A7-7748-138B348BA1E7}"/>
            </ac:cxnSpMkLst>
          </pc:cxn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4078720087" sldId="2147483838"/>
              <ac:cxnSpMk id="8" creationId="{A14CFB94-8AB3-65DB-0B12-EC4F7DAAEBF7}"/>
            </ac:cxnSpMkLst>
          </pc:cxnChg>
        </pc:sldLayoutChg>
        <pc:sldLayoutChg chg="modSp">
          <pc:chgData name="Catheline Froehlich" userId="c70a2158-8357-4e59-a9d3-765ef90f91ec" providerId="ADAL" clId="{5AB28E44-E9CA-422E-83E4-5FE61B275FAC}" dt="2026-08-28T22:35:19.497" v="67"/>
          <pc:sldLayoutMkLst>
            <pc:docMk/>
            <pc:sldMasterMk cId="2018712491" sldId="2147483817"/>
            <pc:sldLayoutMk cId="1410770977" sldId="2147483839"/>
          </pc:sldLayoutMkLst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1410770977" sldId="2147483839"/>
              <ac:spMk id="2" creationId="{CFC27BF6-CDFA-AAF4-F7FD-F4F8D06FF275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1410770977" sldId="2147483839"/>
              <ac:spMk id="4" creationId="{6EAB1904-05A3-AF54-90B7-8B4E5E9BFC62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1410770977" sldId="2147483839"/>
              <ac:spMk id="12" creationId="{0D15555F-2C1E-04D7-CE37-D06ABFB5685F}"/>
            </ac:spMkLst>
          </pc:sp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1410770977" sldId="2147483839"/>
              <ac:cxnSpMk id="9" creationId="{52C5098A-8A29-951C-ABCF-B4C329C3A94F}"/>
            </ac:cxnSpMkLst>
          </pc:cxn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1410770977" sldId="2147483839"/>
              <ac:cxnSpMk id="11" creationId="{754A1D01-2B46-73F0-8DC7-926AA95F7DFC}"/>
            </ac:cxnSpMkLst>
          </pc:cxnChg>
        </pc:sldLayoutChg>
        <pc:sldLayoutChg chg="modSp">
          <pc:chgData name="Catheline Froehlich" userId="c70a2158-8357-4e59-a9d3-765ef90f91ec" providerId="ADAL" clId="{5AB28E44-E9CA-422E-83E4-5FE61B275FAC}" dt="2026-08-28T22:35:19.497" v="67"/>
          <pc:sldLayoutMkLst>
            <pc:docMk/>
            <pc:sldMasterMk cId="2018712491" sldId="2147483817"/>
            <pc:sldLayoutMk cId="3475958844" sldId="2147483840"/>
          </pc:sldLayoutMkLst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3475958844" sldId="2147483840"/>
              <ac:spMk id="2" creationId="{2B5F27A1-B3E2-4312-9475-76586DB132FF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3475958844" sldId="2147483840"/>
              <ac:spMk id="3" creationId="{25FD6984-5D8F-6F35-3DC2-352D46E75874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3475958844" sldId="2147483840"/>
              <ac:spMk id="5" creationId="{8807CEA6-7FDB-2A72-485B-D38A79C1826D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3475958844" sldId="2147483840"/>
              <ac:spMk id="6" creationId="{59CD5136-48A0-D788-8CE2-627309A00EC8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3475958844" sldId="2147483840"/>
              <ac:spMk id="14" creationId="{FC4D723F-4492-3B3B-CE74-0959714EEB14}"/>
            </ac:spMkLst>
          </pc:sp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3475958844" sldId="2147483840"/>
              <ac:cxnSpMk id="7" creationId="{354F547E-1AC1-2FFD-3E17-DC3F25B07823}"/>
            </ac:cxnSpMkLst>
          </pc:cxn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3475958844" sldId="2147483840"/>
              <ac:cxnSpMk id="8" creationId="{8695E25D-D4B1-2002-F8AB-8B987C1683D9}"/>
            </ac:cxnSpMkLst>
          </pc:cxn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3475958844" sldId="2147483840"/>
              <ac:cxnSpMk id="9" creationId="{8335EA16-C700-BA75-F075-2E4BC3EAFBE2}"/>
            </ac:cxnSpMkLst>
          </pc:cxnChg>
        </pc:sldLayoutChg>
        <pc:sldLayoutChg chg="modSp">
          <pc:chgData name="Catheline Froehlich" userId="c70a2158-8357-4e59-a9d3-765ef90f91ec" providerId="ADAL" clId="{5AB28E44-E9CA-422E-83E4-5FE61B275FAC}" dt="2026-08-28T22:35:19.497" v="67"/>
          <pc:sldLayoutMkLst>
            <pc:docMk/>
            <pc:sldMasterMk cId="2018712491" sldId="2147483817"/>
            <pc:sldLayoutMk cId="2476800070" sldId="2147483843"/>
          </pc:sldLayoutMkLst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2476800070" sldId="2147483843"/>
              <ac:spMk id="2" creationId="{BC7433D9-FD02-59E2-0F81-A0B7201D2DA0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2476800070" sldId="2147483843"/>
              <ac:spMk id="3" creationId="{05319627-2791-E32D-91B0-857B27F822FB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2476800070" sldId="2147483843"/>
              <ac:spMk id="5" creationId="{B17E6B5E-6174-FD5C-41E8-FFC44C650D7E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2476800070" sldId="2147483843"/>
              <ac:spMk id="7" creationId="{053FFEDA-E57B-DF13-2394-A1514E15F85A}"/>
            </ac:spMkLst>
          </pc:sp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2476800070" sldId="2147483843"/>
              <ac:cxnSpMk id="11" creationId="{E2128EF9-7F8A-2F1B-41F7-2CA02A35CCA7}"/>
            </ac:cxnSpMkLst>
          </pc:cxnChg>
        </pc:sldLayoutChg>
        <pc:sldLayoutChg chg="modSp">
          <pc:chgData name="Catheline Froehlich" userId="c70a2158-8357-4e59-a9d3-765ef90f91ec" providerId="ADAL" clId="{5AB28E44-E9CA-422E-83E4-5FE61B275FAC}" dt="2026-08-28T22:35:19.497" v="67"/>
          <pc:sldLayoutMkLst>
            <pc:docMk/>
            <pc:sldMasterMk cId="2018712491" sldId="2147483817"/>
            <pc:sldLayoutMk cId="4272134535" sldId="2147483844"/>
          </pc:sldLayoutMkLst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4272134535" sldId="2147483844"/>
              <ac:spMk id="2" creationId="{BC7433D9-FD02-59E2-0F81-A0B7201D2DA0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4272134535" sldId="2147483844"/>
              <ac:spMk id="5" creationId="{B17E6B5E-6174-FD5C-41E8-FFC44C650D7E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4272134535" sldId="2147483844"/>
              <ac:spMk id="7" creationId="{053FFEDA-E57B-DF13-2394-A1514E15F85A}"/>
            </ac:spMkLst>
          </pc:spChg>
          <pc:spChg chg="mod">
            <ac:chgData name="Catheline Froehlich" userId="c70a2158-8357-4e59-a9d3-765ef90f91ec" providerId="ADAL" clId="{5AB28E44-E9CA-422E-83E4-5FE61B275FAC}" dt="2026-08-28T22:35:19.497" v="67"/>
            <ac:spMkLst>
              <pc:docMk/>
              <pc:sldMasterMk cId="2018712491" sldId="2147483817"/>
              <pc:sldLayoutMk cId="4272134535" sldId="2147483844"/>
              <ac:spMk id="8" creationId="{07CD7571-736E-B4CB-34E0-C8B31B5A98C2}"/>
            </ac:spMkLst>
          </pc:spChg>
          <pc:cxnChg chg="mod">
            <ac:chgData name="Catheline Froehlich" userId="c70a2158-8357-4e59-a9d3-765ef90f91ec" providerId="ADAL" clId="{5AB28E44-E9CA-422E-83E4-5FE61B275FAC}" dt="2026-08-28T22:35:19.497" v="67"/>
            <ac:cxnSpMkLst>
              <pc:docMk/>
              <pc:sldMasterMk cId="2018712491" sldId="2147483817"/>
              <pc:sldLayoutMk cId="4272134535" sldId="2147483844"/>
              <ac:cxnSpMk id="11" creationId="{E2128EF9-7F8A-2F1B-41F7-2CA02A35CCA7}"/>
            </ac:cxnSpMkLst>
          </pc:cxnChg>
        </pc:sldLayoutChg>
      </pc:sldMasterChg>
      <pc:sldMasterChg chg="modSldLayout">
        <pc:chgData name="Catheline Froehlich" userId="c70a2158-8357-4e59-a9d3-765ef90f91ec" providerId="ADAL" clId="{5AB28E44-E9CA-422E-83E4-5FE61B275FAC}" dt="2026-08-28T22:35:15.283" v="53"/>
        <pc:sldMasterMkLst>
          <pc:docMk/>
          <pc:sldMasterMk cId="2516921732" sldId="2147483845"/>
        </pc:sldMasterMkLst>
        <pc:sldLayoutChg chg="addSp delSp">
          <pc:chgData name="Catheline Froehlich" userId="c70a2158-8357-4e59-a9d3-765ef90f91ec" providerId="ADAL" clId="{5AB28E44-E9CA-422E-83E4-5FE61B275FAC}" dt="2026-08-28T22:35:15.283" v="53"/>
          <pc:sldLayoutMkLst>
            <pc:docMk/>
            <pc:sldMasterMk cId="2516921732" sldId="2147483845"/>
            <pc:sldLayoutMk cId="445877295" sldId="2147483873"/>
          </pc:sldLayoutMkLst>
          <pc:cxnChg chg="add del">
            <ac:chgData name="Catheline Froehlich" userId="c70a2158-8357-4e59-a9d3-765ef90f91ec" providerId="ADAL" clId="{5AB28E44-E9CA-422E-83E4-5FE61B275FAC}" dt="2026-08-28T22:35:15.283" v="53"/>
            <ac:cxnSpMkLst>
              <pc:docMk/>
              <pc:sldMasterMk cId="2516921732" sldId="2147483845"/>
              <pc:sldLayoutMk cId="445877295" sldId="2147483873"/>
              <ac:cxnSpMk id="7" creationId="{77C4A186-7A3C-2849-F4A7-5B5565EB29E6}"/>
            </ac:cxnSpMkLst>
          </pc:cxnChg>
          <pc:cxnChg chg="add del">
            <ac:chgData name="Catheline Froehlich" userId="c70a2158-8357-4e59-a9d3-765ef90f91ec" providerId="ADAL" clId="{5AB28E44-E9CA-422E-83E4-5FE61B275FAC}" dt="2026-08-28T22:35:15.283" v="53"/>
            <ac:cxnSpMkLst>
              <pc:docMk/>
              <pc:sldMasterMk cId="2516921732" sldId="2147483845"/>
              <pc:sldLayoutMk cId="445877295" sldId="2147483873"/>
              <ac:cxnSpMk id="10" creationId="{90C7E87E-EC44-47F9-6172-5EEA03DE5D87}"/>
            </ac:cxnSpMkLst>
          </pc:cxn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972715"/>
            <a:ext cx="6217920" cy="2069253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121766"/>
            <a:ext cx="5486400" cy="1434994"/>
          </a:xfrm>
        </p:spPr>
        <p:txBody>
          <a:bodyPr/>
          <a:lstStyle>
            <a:lvl1pPr marL="0" indent="0" algn="ctr">
              <a:buNone/>
              <a:defRPr sz="1920"/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C64A1-608A-4209-8782-98E36A783973}" type="datetimeFigureOut">
              <a:rPr lang="en-AU" smtClean="0"/>
              <a:t>28/08/2026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90BDA-654F-4722-A385-46028E6699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9934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C64A1-608A-4209-8782-98E36A783973}" type="datetimeFigureOut">
              <a:rPr lang="en-AU" smtClean="0"/>
              <a:t>28/08/2026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90BDA-654F-4722-A385-46028E6699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5222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110" y="1481774"/>
            <a:ext cx="6309360" cy="2472372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9110" y="3977536"/>
            <a:ext cx="6309360" cy="1300162"/>
          </a:xfrm>
        </p:spPr>
        <p:txBody>
          <a:bodyPr/>
          <a:lstStyle>
            <a:lvl1pPr marL="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1pPr>
            <a:lvl2pPr marL="36576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73152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3pPr>
            <a:lvl4pPr marL="10972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4pPr>
            <a:lvl5pPr marL="146304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5pPr>
            <a:lvl6pPr marL="182880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6pPr>
            <a:lvl7pPr marL="219456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7pPr>
            <a:lvl8pPr marL="256032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8pPr>
            <a:lvl9pPr marL="29260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C64A1-608A-4209-8782-98E36A783973}" type="datetimeFigureOut">
              <a:rPr lang="en-AU" smtClean="0"/>
              <a:t>28/08/2026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90BDA-654F-4722-A385-46028E6699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8314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1582208"/>
            <a:ext cx="3108960" cy="377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03320" y="1582208"/>
            <a:ext cx="3108960" cy="377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C64A1-608A-4209-8782-98E36A783973}" type="datetimeFigureOut">
              <a:rPr lang="en-AU" smtClean="0"/>
              <a:t>28/08/2026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90BDA-654F-4722-A385-46028E6699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7369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316443"/>
            <a:ext cx="6309360" cy="1148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874" y="1457008"/>
            <a:ext cx="3094672" cy="714057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874" y="2171065"/>
            <a:ext cx="3094672" cy="3193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03320" y="1457008"/>
            <a:ext cx="3109913" cy="714057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03320" y="2171065"/>
            <a:ext cx="3109913" cy="3193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C64A1-608A-4209-8782-98E36A783973}" type="datetimeFigureOut">
              <a:rPr lang="en-AU" smtClean="0"/>
              <a:t>28/08/2026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90BDA-654F-4722-A385-46028E6699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428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C64A1-608A-4209-8782-98E36A783973}" type="datetimeFigureOut">
              <a:rPr lang="en-AU" smtClean="0"/>
              <a:t>28/08/2026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90BDA-654F-4722-A385-46028E6699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1374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C64A1-608A-4209-8782-98E36A783973}" type="datetimeFigureOut">
              <a:rPr lang="en-AU" smtClean="0"/>
              <a:t>28/08/2026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90BDA-654F-4722-A385-46028E6699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1486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396240"/>
            <a:ext cx="2359342" cy="138684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9913" y="855770"/>
            <a:ext cx="3703320" cy="4223808"/>
          </a:xfrm>
        </p:spPr>
        <p:txBody>
          <a:bodyPr/>
          <a:lstStyle>
            <a:lvl1pPr>
              <a:defRPr sz="2560"/>
            </a:lvl1pPr>
            <a:lvl2pPr>
              <a:defRPr sz="2240"/>
            </a:lvl2pPr>
            <a:lvl3pPr>
              <a:defRPr sz="192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1783080"/>
            <a:ext cx="2359342" cy="3303376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C64A1-608A-4209-8782-98E36A783973}" type="datetimeFigureOut">
              <a:rPr lang="en-AU" smtClean="0"/>
              <a:t>28/08/2026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90BDA-654F-4722-A385-46028E6699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0623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396240"/>
            <a:ext cx="2359342" cy="138684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9913" y="855770"/>
            <a:ext cx="3703320" cy="4223808"/>
          </a:xfrm>
        </p:spPr>
        <p:txBody>
          <a:bodyPr anchor="t"/>
          <a:lstStyle>
            <a:lvl1pPr marL="0" indent="0">
              <a:buNone/>
              <a:defRPr sz="2560"/>
            </a:lvl1pPr>
            <a:lvl2pPr marL="365760" indent="0">
              <a:buNone/>
              <a:defRPr sz="2240"/>
            </a:lvl2pPr>
            <a:lvl3pPr marL="731520" indent="0">
              <a:buNone/>
              <a:defRPr sz="1920"/>
            </a:lvl3pPr>
            <a:lvl4pPr marL="1097280" indent="0">
              <a:buNone/>
              <a:defRPr sz="1600"/>
            </a:lvl4pPr>
            <a:lvl5pPr marL="1463040" indent="0">
              <a:buNone/>
              <a:defRPr sz="1600"/>
            </a:lvl5pPr>
            <a:lvl6pPr marL="1828800" indent="0">
              <a:buNone/>
              <a:defRPr sz="1600"/>
            </a:lvl6pPr>
            <a:lvl7pPr marL="2194560" indent="0">
              <a:buNone/>
              <a:defRPr sz="1600"/>
            </a:lvl7pPr>
            <a:lvl8pPr marL="2560320" indent="0">
              <a:buNone/>
              <a:defRPr sz="1600"/>
            </a:lvl8pPr>
            <a:lvl9pPr marL="292608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1783080"/>
            <a:ext cx="2359342" cy="3303376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C64A1-608A-4209-8782-98E36A783973}" type="datetimeFigureOut">
              <a:rPr lang="en-AU" smtClean="0"/>
              <a:t>28/08/2026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90BDA-654F-4722-A385-46028E6699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8627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C64A1-608A-4209-8782-98E36A783973}" type="datetimeFigureOut">
              <a:rPr lang="en-AU" smtClean="0"/>
              <a:t>28/08/2026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90BDA-654F-4722-A385-46028E6699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6670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34940" y="316442"/>
            <a:ext cx="1577340" cy="50369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316442"/>
            <a:ext cx="4640580" cy="50369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C64A1-608A-4209-8782-98E36A783973}" type="datetimeFigureOut">
              <a:rPr lang="en-AU" smtClean="0"/>
              <a:t>28/08/2026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90BDA-654F-4722-A385-46028E6699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527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316443"/>
            <a:ext cx="6309360" cy="11488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1582208"/>
            <a:ext cx="6309360" cy="377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2920" y="5508838"/>
            <a:ext cx="164592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9C64A1-608A-4209-8782-98E36A783973}" type="datetimeFigureOut">
              <a:rPr lang="en-AU" smtClean="0"/>
              <a:t>28/08/2026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3160" y="5508838"/>
            <a:ext cx="246888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66360" y="5508838"/>
            <a:ext cx="164592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190BDA-654F-4722-A385-46028E6699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2719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txStyles>
    <p:titleStyle>
      <a:lvl1pPr algn="l" defTabSz="731520" rtl="0" eaLnBrk="1" latinLnBrk="0" hangingPunct="1">
        <a:lnSpc>
          <a:spcPct val="90000"/>
        </a:lnSpc>
        <a:spcBef>
          <a:spcPct val="0"/>
        </a:spcBef>
        <a:buNone/>
        <a:defRPr sz="35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73152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3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27" userDrawn="1">
          <p15:clr>
            <a:srgbClr val="F26B43"/>
          </p15:clr>
        </p15:guide>
        <p15:guide id="2" pos="2160" userDrawn="1">
          <p15:clr>
            <a:srgbClr val="F26B43"/>
          </p15:clr>
        </p15:guide>
        <p15:guide id="3" pos="3746" userDrawn="1">
          <p15:clr>
            <a:srgbClr val="F26B43"/>
          </p15:clr>
        </p15:guide>
        <p15:guide id="4" pos="3969" userDrawn="1">
          <p15:clr>
            <a:srgbClr val="F26B43"/>
          </p15:clr>
        </p15:guide>
        <p15:guide id="5" pos="1939" userDrawn="1">
          <p15:clr>
            <a:srgbClr val="F26B43"/>
          </p15:clr>
        </p15:guide>
        <p15:guide id="6" pos="352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g"/><Relationship Id="rId7" Type="http://schemas.openxmlformats.org/officeDocument/2006/relationships/image" Target="../media/image6.jpeg"/><Relationship Id="rId12" Type="http://schemas.openxmlformats.org/officeDocument/2006/relationships/image" Target="../media/image11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0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person, indoor&#10;&#10;Description automatically generated">
            <a:extLst>
              <a:ext uri="{FF2B5EF4-FFF2-40B4-BE49-F238E27FC236}">
                <a16:creationId xmlns:a16="http://schemas.microsoft.com/office/drawing/2014/main" id="{7548FE5E-FBBD-43A0-B9AA-7D4C18FE90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115" y="2123741"/>
            <a:ext cx="1263052" cy="1684070"/>
          </a:xfrm>
          <a:prstGeom prst="rect">
            <a:avLst/>
          </a:prstGeom>
        </p:spPr>
      </p:pic>
      <p:pic>
        <p:nvPicPr>
          <p:cNvPr id="9" name="Picture 8" descr="A picture containing sport, water sport, swimming, ocean floor&#10;&#10;Description automatically generated">
            <a:extLst>
              <a:ext uri="{FF2B5EF4-FFF2-40B4-BE49-F238E27FC236}">
                <a16:creationId xmlns:a16="http://schemas.microsoft.com/office/drawing/2014/main" id="{97E41186-87FF-4107-9417-02A2B4EA93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9127" y="2123741"/>
            <a:ext cx="1263052" cy="1684070"/>
          </a:xfrm>
          <a:prstGeom prst="rect">
            <a:avLst/>
          </a:prstGeom>
        </p:spPr>
      </p:pic>
      <p:pic>
        <p:nvPicPr>
          <p:cNvPr id="13" name="Picture 12" descr="A picture containing water sport, outdoor, swimming&#10;&#10;Description automatically generated">
            <a:extLst>
              <a:ext uri="{FF2B5EF4-FFF2-40B4-BE49-F238E27FC236}">
                <a16:creationId xmlns:a16="http://schemas.microsoft.com/office/drawing/2014/main" id="{28F2375E-CB53-4FFE-9EE7-06748D8055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678518" y="2334246"/>
            <a:ext cx="1684068" cy="1263049"/>
          </a:xfrm>
          <a:prstGeom prst="rect">
            <a:avLst/>
          </a:prstGeom>
        </p:spPr>
      </p:pic>
      <p:pic>
        <p:nvPicPr>
          <p:cNvPr id="15" name="Picture 14" descr="A picture containing outdoor, sport, water sport, swimming&#10;&#10;Description automatically generated">
            <a:extLst>
              <a:ext uri="{FF2B5EF4-FFF2-40B4-BE49-F238E27FC236}">
                <a16:creationId xmlns:a16="http://schemas.microsoft.com/office/drawing/2014/main" id="{2A52A1EA-B158-4201-B1A2-0650855E0D8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61" r="23029"/>
          <a:stretch>
            <a:fillRect/>
          </a:stretch>
        </p:blipFill>
        <p:spPr>
          <a:xfrm>
            <a:off x="160725" y="4091205"/>
            <a:ext cx="2308427" cy="1672601"/>
          </a:xfrm>
          <a:prstGeom prst="rect">
            <a:avLst/>
          </a:prstGeom>
        </p:spPr>
      </p:pic>
      <p:pic>
        <p:nvPicPr>
          <p:cNvPr id="17" name="Picture 16" descr="A picture containing outdoor, swimming, ocean floor&#10;&#10;Description automatically generated">
            <a:extLst>
              <a:ext uri="{FF2B5EF4-FFF2-40B4-BE49-F238E27FC236}">
                <a16:creationId xmlns:a16="http://schemas.microsoft.com/office/drawing/2014/main" id="{B83A8A61-EA5B-4565-9103-2D82C6FD8D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3175" y="4103083"/>
            <a:ext cx="2508902" cy="1672601"/>
          </a:xfrm>
          <a:prstGeom prst="rect">
            <a:avLst/>
          </a:prstGeom>
        </p:spPr>
      </p:pic>
      <p:pic>
        <p:nvPicPr>
          <p:cNvPr id="22" name="Picture 21" descr="A picture containing teddy, stuffed, bear, animal&#10;&#10;Description automatically generated">
            <a:extLst>
              <a:ext uri="{FF2B5EF4-FFF2-40B4-BE49-F238E27FC236}">
                <a16:creationId xmlns:a16="http://schemas.microsoft.com/office/drawing/2014/main" id="{3F516170-E508-491D-BB14-C4C1B01D31E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5" t="228" r="366" b="485"/>
          <a:stretch/>
        </p:blipFill>
        <p:spPr>
          <a:xfrm>
            <a:off x="162148" y="158423"/>
            <a:ext cx="2178628" cy="1672194"/>
          </a:xfrm>
          <a:prstGeom prst="rect">
            <a:avLst/>
          </a:prstGeom>
        </p:spPr>
      </p:pic>
      <p:pic>
        <p:nvPicPr>
          <p:cNvPr id="23" name="Picture 22" descr="A close up of a flower&#10;&#10;Description automatically generated">
            <a:extLst>
              <a:ext uri="{FF2B5EF4-FFF2-40B4-BE49-F238E27FC236}">
                <a16:creationId xmlns:a16="http://schemas.microsoft.com/office/drawing/2014/main" id="{1A7B6670-79F7-4711-8900-B85F8C7F4667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6" t="13844" r="3385"/>
          <a:stretch/>
        </p:blipFill>
        <p:spPr>
          <a:xfrm>
            <a:off x="2581610" y="159018"/>
            <a:ext cx="2403066" cy="1683471"/>
          </a:xfrm>
          <a:prstGeom prst="rect">
            <a:avLst/>
          </a:prstGeom>
        </p:spPr>
      </p:pic>
      <p:pic>
        <p:nvPicPr>
          <p:cNvPr id="24" name="Picture 23" descr="A picture containing water sport, swimming, ocean floor&#10;&#10;Description automatically generated">
            <a:extLst>
              <a:ext uri="{FF2B5EF4-FFF2-40B4-BE49-F238E27FC236}">
                <a16:creationId xmlns:a16="http://schemas.microsoft.com/office/drawing/2014/main" id="{0086081A-0B3D-417E-A782-914243BBCE4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43591" y="2332757"/>
            <a:ext cx="1672192" cy="1254145"/>
          </a:xfrm>
          <a:prstGeom prst="rect">
            <a:avLst/>
          </a:prstGeom>
        </p:spPr>
      </p:pic>
      <p:pic>
        <p:nvPicPr>
          <p:cNvPr id="26" name="Picture 25" descr="A picture containing ocean floor&#10;&#10;Description automatically generated">
            <a:extLst>
              <a:ext uri="{FF2B5EF4-FFF2-40B4-BE49-F238E27FC236}">
                <a16:creationId xmlns:a16="http://schemas.microsoft.com/office/drawing/2014/main" id="{AFF3528C-CC96-43AB-AFEE-77B46A295CD6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8" r="21992"/>
          <a:stretch/>
        </p:blipFill>
        <p:spPr>
          <a:xfrm>
            <a:off x="5250914" y="158007"/>
            <a:ext cx="1901164" cy="167260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0DDBAE6-4D60-4CD1-B7AA-79488B3EC2A3}"/>
              </a:ext>
            </a:extLst>
          </p:cNvPr>
          <p:cNvSpPr txBox="1"/>
          <p:nvPr/>
        </p:nvSpPr>
        <p:spPr>
          <a:xfrm>
            <a:off x="168777" y="1845174"/>
            <a:ext cx="6987621" cy="284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19" dirty="0">
                <a:latin typeface="Lucida Calligraphy" panose="03010101010101010101" pitchFamily="66" charset="0"/>
              </a:rPr>
              <a:t>Animal </a:t>
            </a:r>
            <a:r>
              <a:rPr lang="en-US" sz="1219" dirty="0" err="1">
                <a:latin typeface="Lucida Calligraphy" panose="03010101010101010101" pitchFamily="66" charset="0"/>
              </a:rPr>
              <a:t>behaviour</a:t>
            </a:r>
            <a:r>
              <a:rPr lang="en-US" sz="1219" dirty="0">
                <a:latin typeface="Lucida Calligraphy" panose="03010101010101010101" pitchFamily="66" charset="0"/>
              </a:rPr>
              <a:t>  ~  Species Interactions  ~  Disturbances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BEF9CA-9A66-475B-86B2-18C7722B4628}"/>
              </a:ext>
            </a:extLst>
          </p:cNvPr>
          <p:cNvSpPr txBox="1"/>
          <p:nvPr/>
        </p:nvSpPr>
        <p:spPr>
          <a:xfrm>
            <a:off x="163856" y="3810390"/>
            <a:ext cx="6987621" cy="284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19" dirty="0">
                <a:latin typeface="Lucida Calligraphy" panose="03010101010101010101" pitchFamily="66" charset="0"/>
              </a:rPr>
              <a:t>Ecology &amp; Evolution  ~  Management  ~  Artificial Reef Research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FA1E95-B78F-B5AC-ED2D-38E336FB2D0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9" r="8168" b="18959"/>
          <a:stretch>
            <a:fillRect/>
          </a:stretch>
        </p:blipFill>
        <p:spPr>
          <a:xfrm>
            <a:off x="2653977" y="4086363"/>
            <a:ext cx="1784741" cy="16917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411E4F4-EA78-D360-100B-F3C7A1F8D89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10" r="45301" b="31623"/>
          <a:stretch>
            <a:fillRect/>
          </a:stretch>
        </p:blipFill>
        <p:spPr>
          <a:xfrm>
            <a:off x="4313229" y="2131827"/>
            <a:ext cx="1445278" cy="1677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595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</TotalTime>
  <Words>16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Lucida Calligraphy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Catheline Froehlich</dc:creator>
  <cp:lastModifiedBy>Catheline Froehlich</cp:lastModifiedBy>
  <cp:revision>5</cp:revision>
  <dcterms:created xsi:type="dcterms:W3CDTF">2021-06-02T04:58:46Z</dcterms:created>
  <dcterms:modified xsi:type="dcterms:W3CDTF">2026-08-28T22:42:43Z</dcterms:modified>
</cp:coreProperties>
</file>