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037D5-277E-A727-47A6-1B47EE363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DEC32-ED68-5E95-4A5F-0DAD2522A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4CEB8-BC7E-0C56-08BC-3FC414CB6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6F9CB-746B-48C7-9DCA-D4F0C03A837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7C7D0-8E7D-13E2-59E9-B382108AD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48BCE-EFDE-4F33-F1C9-6CE450D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DF8-D984-42C3-BFB1-AB9A4CF76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14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3D7B-F404-8918-1FC2-02C42E30A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AE0C6-1AE9-32A5-BD37-E4A0D4E30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810AA-42EA-D8F7-27B4-BC5A57E6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6F9CB-746B-48C7-9DCA-D4F0C03A837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6C1D-5850-C128-1B1C-8DAB311D7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E2F70-80FE-9614-E611-1C7A4D012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DF8-D984-42C3-BFB1-AB9A4CF76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63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986AB-8985-D089-651D-BBCAF567B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D9CA7-0591-1948-A1CE-B53C5EF8A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F1A0D-74ED-0F96-1972-1E5751B38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6F9CB-746B-48C7-9DCA-D4F0C03A837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5609F-8BEF-C234-094A-F48033622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2F2D0-8FF2-A1FF-04A5-3E2C6343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DF8-D984-42C3-BFB1-AB9A4CF76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70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C0018-1F83-BEFE-6929-04AD5DEF9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D7E1-7767-C219-1C68-F3ABA4BC7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F4F07-81E5-7173-BA2A-330189BDB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BE7A7-C7F3-E116-6940-7FED02CD5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6F9CB-746B-48C7-9DCA-D4F0C03A837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19C62-D679-AE0A-95AF-A4406C32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1DD302-2587-FA63-178A-A4085F370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DF8-D984-42C3-BFB1-AB9A4CF76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436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CE15A-3DFB-8864-2101-C11939933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5C440-BB0E-CAF9-4EA4-197BE3868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4C7DE-A91C-8C1C-0C3B-876BD6015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278CAD-32A8-EFBF-B88B-5F9803A46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A70FA6-C10C-4EB8-3664-B16B2FD4AC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14D82-E5BB-D6B7-9189-3331F1F17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6F9CB-746B-48C7-9DCA-D4F0C03A837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B3F467-363B-0690-769E-D99D3AF48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E7EF-75BD-3807-B384-2A7154DB3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DF8-D984-42C3-BFB1-AB9A4CF76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74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67884-8F5D-12A3-B255-5D32683A2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8A8CB6-02C6-D2A6-523F-24555648E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6F9CB-746B-48C7-9DCA-D4F0C03A837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57ADB1-5CFE-735E-776F-B8BAE08EA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AEFEC-E64C-D679-3D85-E17F9CB2B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DF8-D984-42C3-BFB1-AB9A4CF76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75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2F9B70-019E-5055-4149-1EDADA271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6F9CB-746B-48C7-9DCA-D4F0C03A837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4F9159-ACC3-3D62-369E-89AFEE024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8231B-0BFE-A00B-D59D-B64301EA5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DF8-D984-42C3-BFB1-AB9A4CF76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73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34123-DC05-5CF9-F5E5-BB0424516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AC557-AB18-3DEE-E886-E7289D76E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740B6-03B3-ACEE-2B6F-F7D646447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F7125-7F2A-9511-9020-E1BB4B38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6F9CB-746B-48C7-9DCA-D4F0C03A837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C1B42-ACC0-59D4-DBDF-A2DBB4DC8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BEB92-D20E-3C29-BFA7-7A978781F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DF8-D984-42C3-BFB1-AB9A4CF76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03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A3437-55B3-93AF-5D7C-7C3888B33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A0D649-E492-C813-767F-71C273DB61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E1264-58B5-A525-0A67-6A299AD31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EEF6C-3D1A-15B7-3091-F1B1E13C8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6F9CB-746B-48C7-9DCA-D4F0C03A837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1AA10-E275-B782-39E0-E540448B2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CE2A4-B0E4-542D-22D6-90DB68C8D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DF8-D984-42C3-BFB1-AB9A4CF76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501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38C8-CB6F-DA36-A332-00A837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029CF-F186-E4CC-1CA3-0ABF5C3948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AB972-E70E-8B92-1A05-02B9D275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6F9CB-746B-48C7-9DCA-D4F0C03A837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BA02B-85EC-A552-4358-5DD10B182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80297-1C42-ED4D-D03D-B5CD75104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DF8-D984-42C3-BFB1-AB9A4CF76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55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BD19BC-E7BE-5B44-8EB0-F91DADF8D5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5B65DD-84F4-D5F8-F905-A782BF4AC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1A190-55DC-0690-3312-54564666A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6F9CB-746B-48C7-9DCA-D4F0C03A837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DD033-4944-5D0E-5055-2009D3E95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719DA-3450-39C3-7EED-526384E3A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5ADF8-D984-42C3-BFB1-AB9A4CF76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19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2CF34B-9D70-9738-0F1B-4368F4752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4D9C3-E72C-B7DC-E1F5-F699E5F66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9A6E3-2C91-A050-B351-DD6F6812F6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6F9CB-746B-48C7-9DCA-D4F0C03A837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074CA-6AF4-444A-27BD-C68ACA72A3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C941C-32E1-1199-5303-1A128AF97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5ADF8-D984-42C3-BFB1-AB9A4CF76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04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C62153-343B-A46E-173D-48875CE25B3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21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C1BE10-5D6A-8D0A-A37F-5A164163A12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604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0F1D24-8778-DED4-8A3F-FF6F191E9EC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9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F32B75-19E6-BD88-49A7-950443B369D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5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Catheline Froehlich</dc:creator>
  <cp:lastModifiedBy>Catheline Froehlich</cp:lastModifiedBy>
  <cp:revision>1</cp:revision>
  <dcterms:created xsi:type="dcterms:W3CDTF">2025-07-17T16:45:55Z</dcterms:created>
  <dcterms:modified xsi:type="dcterms:W3CDTF">2025-07-17T16:49:32Z</dcterms:modified>
</cp:coreProperties>
</file>