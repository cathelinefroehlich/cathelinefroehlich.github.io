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3200400" cy="5303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0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31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0030" y="868013"/>
            <a:ext cx="2720340" cy="1846521"/>
          </a:xfrm>
        </p:spPr>
        <p:txBody>
          <a:bodyPr anchor="b"/>
          <a:lstStyle>
            <a:lvl1pPr algn="ctr">
              <a:defRPr sz="2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2785743"/>
            <a:ext cx="2400300" cy="1280533"/>
          </a:xfrm>
        </p:spPr>
        <p:txBody>
          <a:bodyPr/>
          <a:lstStyle>
            <a:lvl1pPr marL="0" indent="0" algn="ctr">
              <a:buNone/>
              <a:defRPr sz="840"/>
            </a:lvl1pPr>
            <a:lvl2pPr marL="160020" indent="0" algn="ctr">
              <a:buNone/>
              <a:defRPr sz="700"/>
            </a:lvl2pPr>
            <a:lvl3pPr marL="320040" indent="0" algn="ctr">
              <a:buNone/>
              <a:defRPr sz="630"/>
            </a:lvl3pPr>
            <a:lvl4pPr marL="480060" indent="0" algn="ctr">
              <a:buNone/>
              <a:defRPr sz="560"/>
            </a:lvl4pPr>
            <a:lvl5pPr marL="640080" indent="0" algn="ctr">
              <a:buNone/>
              <a:defRPr sz="560"/>
            </a:lvl5pPr>
            <a:lvl6pPr marL="800100" indent="0" algn="ctr">
              <a:buNone/>
              <a:defRPr sz="560"/>
            </a:lvl6pPr>
            <a:lvl7pPr marL="960120" indent="0" algn="ctr">
              <a:buNone/>
              <a:defRPr sz="560"/>
            </a:lvl7pPr>
            <a:lvl8pPr marL="1120140" indent="0" algn="ctr">
              <a:buNone/>
              <a:defRPr sz="560"/>
            </a:lvl8pPr>
            <a:lvl9pPr marL="1280160" indent="0" algn="ctr">
              <a:buNone/>
              <a:defRPr sz="5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8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89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1322278"/>
            <a:ext cx="2760345" cy="2206249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3549399"/>
            <a:ext cx="2760345" cy="1160214"/>
          </a:xfrm>
        </p:spPr>
        <p:txBody>
          <a:bodyPr/>
          <a:lstStyle>
            <a:lvl1pPr marL="0" indent="0">
              <a:buNone/>
              <a:defRPr sz="840">
                <a:solidFill>
                  <a:schemeClr val="tx1"/>
                </a:solidFill>
              </a:defRPr>
            </a:lvl1pPr>
            <a:lvl2pPr marL="16002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2pPr>
            <a:lvl3pPr marL="32004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3pPr>
            <a:lvl4pPr marL="48006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4pPr>
            <a:lvl5pPr marL="64008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5pPr>
            <a:lvl6pPr marL="80010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6pPr>
            <a:lvl7pPr marL="96012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7pPr>
            <a:lvl8pPr marL="112014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8pPr>
            <a:lvl9pPr marL="1280160" indent="0">
              <a:buNone/>
              <a:defRPr sz="5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71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1411902"/>
            <a:ext cx="136017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1411902"/>
            <a:ext cx="136017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69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282381"/>
            <a:ext cx="2760345" cy="10251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1300177"/>
            <a:ext cx="1353919" cy="637197"/>
          </a:xfrm>
        </p:spPr>
        <p:txBody>
          <a:bodyPr anchor="b"/>
          <a:lstStyle>
            <a:lvl1pPr marL="0" indent="0">
              <a:buNone/>
              <a:defRPr sz="840" b="1"/>
            </a:lvl1pPr>
            <a:lvl2pPr marL="160020" indent="0">
              <a:buNone/>
              <a:defRPr sz="700" b="1"/>
            </a:lvl2pPr>
            <a:lvl3pPr marL="320040" indent="0">
              <a:buNone/>
              <a:defRPr sz="630" b="1"/>
            </a:lvl3pPr>
            <a:lvl4pPr marL="480060" indent="0">
              <a:buNone/>
              <a:defRPr sz="560" b="1"/>
            </a:lvl4pPr>
            <a:lvl5pPr marL="640080" indent="0">
              <a:buNone/>
              <a:defRPr sz="560" b="1"/>
            </a:lvl5pPr>
            <a:lvl6pPr marL="800100" indent="0">
              <a:buNone/>
              <a:defRPr sz="560" b="1"/>
            </a:lvl6pPr>
            <a:lvl7pPr marL="960120" indent="0">
              <a:buNone/>
              <a:defRPr sz="560" b="1"/>
            </a:lvl7pPr>
            <a:lvl8pPr marL="1120140" indent="0">
              <a:buNone/>
              <a:defRPr sz="560" b="1"/>
            </a:lvl8pPr>
            <a:lvl9pPr marL="1280160" indent="0">
              <a:buNone/>
              <a:defRPr sz="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1937374"/>
            <a:ext cx="1353919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3" y="1300177"/>
            <a:ext cx="1360587" cy="637197"/>
          </a:xfrm>
        </p:spPr>
        <p:txBody>
          <a:bodyPr anchor="b"/>
          <a:lstStyle>
            <a:lvl1pPr marL="0" indent="0">
              <a:buNone/>
              <a:defRPr sz="840" b="1"/>
            </a:lvl1pPr>
            <a:lvl2pPr marL="160020" indent="0">
              <a:buNone/>
              <a:defRPr sz="700" b="1"/>
            </a:lvl2pPr>
            <a:lvl3pPr marL="320040" indent="0">
              <a:buNone/>
              <a:defRPr sz="630" b="1"/>
            </a:lvl3pPr>
            <a:lvl4pPr marL="480060" indent="0">
              <a:buNone/>
              <a:defRPr sz="560" b="1"/>
            </a:lvl4pPr>
            <a:lvl5pPr marL="640080" indent="0">
              <a:buNone/>
              <a:defRPr sz="560" b="1"/>
            </a:lvl5pPr>
            <a:lvl6pPr marL="800100" indent="0">
              <a:buNone/>
              <a:defRPr sz="560" b="1"/>
            </a:lvl6pPr>
            <a:lvl7pPr marL="960120" indent="0">
              <a:buNone/>
              <a:defRPr sz="560" b="1"/>
            </a:lvl7pPr>
            <a:lvl8pPr marL="1120140" indent="0">
              <a:buNone/>
              <a:defRPr sz="560" b="1"/>
            </a:lvl8pPr>
            <a:lvl9pPr marL="1280160" indent="0">
              <a:buNone/>
              <a:defRPr sz="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3" y="1937374"/>
            <a:ext cx="1360587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852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78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833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353589"/>
            <a:ext cx="1032212" cy="1237562"/>
          </a:xfrm>
        </p:spPr>
        <p:txBody>
          <a:bodyPr anchor="b"/>
          <a:lstStyle>
            <a:lvl1pPr>
              <a:defRPr sz="1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763655"/>
            <a:ext cx="1620203" cy="3769163"/>
          </a:xfrm>
        </p:spPr>
        <p:txBody>
          <a:bodyPr/>
          <a:lstStyle>
            <a:lvl1pPr>
              <a:defRPr sz="1120"/>
            </a:lvl1pPr>
            <a:lvl2pPr>
              <a:defRPr sz="980"/>
            </a:lvl2pPr>
            <a:lvl3pPr>
              <a:defRPr sz="840"/>
            </a:lvl3pPr>
            <a:lvl4pPr>
              <a:defRPr sz="700"/>
            </a:lvl4pPr>
            <a:lvl5pPr>
              <a:defRPr sz="700"/>
            </a:lvl5pPr>
            <a:lvl6pPr>
              <a:defRPr sz="700"/>
            </a:lvl6pPr>
            <a:lvl7pPr>
              <a:defRPr sz="700"/>
            </a:lvl7pPr>
            <a:lvl8pPr>
              <a:defRPr sz="700"/>
            </a:lvl8pPr>
            <a:lvl9pPr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1591151"/>
            <a:ext cx="1032212" cy="2947805"/>
          </a:xfrm>
        </p:spPr>
        <p:txBody>
          <a:bodyPr/>
          <a:lstStyle>
            <a:lvl1pPr marL="0" indent="0">
              <a:buNone/>
              <a:defRPr sz="560"/>
            </a:lvl1pPr>
            <a:lvl2pPr marL="160020" indent="0">
              <a:buNone/>
              <a:defRPr sz="490"/>
            </a:lvl2pPr>
            <a:lvl3pPr marL="320040" indent="0">
              <a:buNone/>
              <a:defRPr sz="420"/>
            </a:lvl3pPr>
            <a:lvl4pPr marL="480060" indent="0">
              <a:buNone/>
              <a:defRPr sz="350"/>
            </a:lvl4pPr>
            <a:lvl5pPr marL="640080" indent="0">
              <a:buNone/>
              <a:defRPr sz="350"/>
            </a:lvl5pPr>
            <a:lvl6pPr marL="800100" indent="0">
              <a:buNone/>
              <a:defRPr sz="350"/>
            </a:lvl6pPr>
            <a:lvl7pPr marL="960120" indent="0">
              <a:buNone/>
              <a:defRPr sz="350"/>
            </a:lvl7pPr>
            <a:lvl8pPr marL="1120140" indent="0">
              <a:buNone/>
              <a:defRPr sz="350"/>
            </a:lvl8pPr>
            <a:lvl9pPr marL="1280160" indent="0">
              <a:buNone/>
              <a:defRPr sz="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55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353589"/>
            <a:ext cx="1032212" cy="1237562"/>
          </a:xfrm>
        </p:spPr>
        <p:txBody>
          <a:bodyPr anchor="b"/>
          <a:lstStyle>
            <a:lvl1pPr>
              <a:defRPr sz="1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763655"/>
            <a:ext cx="1620203" cy="3769163"/>
          </a:xfrm>
        </p:spPr>
        <p:txBody>
          <a:bodyPr anchor="t"/>
          <a:lstStyle>
            <a:lvl1pPr marL="0" indent="0">
              <a:buNone/>
              <a:defRPr sz="1120"/>
            </a:lvl1pPr>
            <a:lvl2pPr marL="160020" indent="0">
              <a:buNone/>
              <a:defRPr sz="980"/>
            </a:lvl2pPr>
            <a:lvl3pPr marL="320040" indent="0">
              <a:buNone/>
              <a:defRPr sz="840"/>
            </a:lvl3pPr>
            <a:lvl4pPr marL="480060" indent="0">
              <a:buNone/>
              <a:defRPr sz="700"/>
            </a:lvl4pPr>
            <a:lvl5pPr marL="640080" indent="0">
              <a:buNone/>
              <a:defRPr sz="700"/>
            </a:lvl5pPr>
            <a:lvl6pPr marL="800100" indent="0">
              <a:buNone/>
              <a:defRPr sz="700"/>
            </a:lvl6pPr>
            <a:lvl7pPr marL="960120" indent="0">
              <a:buNone/>
              <a:defRPr sz="700"/>
            </a:lvl7pPr>
            <a:lvl8pPr marL="1120140" indent="0">
              <a:buNone/>
              <a:defRPr sz="700"/>
            </a:lvl8pPr>
            <a:lvl9pPr marL="1280160" indent="0">
              <a:buNone/>
              <a:defRPr sz="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1591151"/>
            <a:ext cx="1032212" cy="2947805"/>
          </a:xfrm>
        </p:spPr>
        <p:txBody>
          <a:bodyPr/>
          <a:lstStyle>
            <a:lvl1pPr marL="0" indent="0">
              <a:buNone/>
              <a:defRPr sz="560"/>
            </a:lvl1pPr>
            <a:lvl2pPr marL="160020" indent="0">
              <a:buNone/>
              <a:defRPr sz="490"/>
            </a:lvl2pPr>
            <a:lvl3pPr marL="320040" indent="0">
              <a:buNone/>
              <a:defRPr sz="420"/>
            </a:lvl3pPr>
            <a:lvl4pPr marL="480060" indent="0">
              <a:buNone/>
              <a:defRPr sz="350"/>
            </a:lvl4pPr>
            <a:lvl5pPr marL="640080" indent="0">
              <a:buNone/>
              <a:defRPr sz="350"/>
            </a:lvl5pPr>
            <a:lvl6pPr marL="800100" indent="0">
              <a:buNone/>
              <a:defRPr sz="350"/>
            </a:lvl6pPr>
            <a:lvl7pPr marL="960120" indent="0">
              <a:buNone/>
              <a:defRPr sz="350"/>
            </a:lvl7pPr>
            <a:lvl8pPr marL="1120140" indent="0">
              <a:buNone/>
              <a:defRPr sz="350"/>
            </a:lvl8pPr>
            <a:lvl9pPr marL="1280160" indent="0">
              <a:buNone/>
              <a:defRPr sz="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1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75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7" y="282380"/>
            <a:ext cx="690086" cy="44947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8" y="282380"/>
            <a:ext cx="2030254" cy="44947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9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282381"/>
            <a:ext cx="2760345" cy="10251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1411902"/>
            <a:ext cx="2760345" cy="3365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8" y="4915873"/>
            <a:ext cx="72009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6E4DC2-2E65-4352-8FC1-1E45467C8983}" type="datetimeFigureOut">
              <a:rPr lang="en-US" smtClean="0"/>
              <a:t>9/14/2025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4915873"/>
            <a:ext cx="1080135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4915873"/>
            <a:ext cx="72009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8EB0D1-730C-4AF4-8F98-1239E69C5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155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320040" rtl="0" eaLnBrk="1" latinLnBrk="0" hangingPunct="1">
        <a:lnSpc>
          <a:spcPct val="90000"/>
        </a:lnSpc>
        <a:spcBef>
          <a:spcPct val="0"/>
        </a:spcBef>
        <a:buNone/>
        <a:defRPr sz="1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010" indent="-80010" algn="l" defTabSz="32004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980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0005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3pPr>
      <a:lvl4pPr marL="56007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4pPr>
      <a:lvl5pPr marL="72009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5pPr>
      <a:lvl6pPr marL="88011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6pPr>
      <a:lvl7pPr marL="104013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7pPr>
      <a:lvl8pPr marL="120015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8pPr>
      <a:lvl9pPr marL="1360170" indent="-80010" algn="l" defTabSz="320040" rtl="0" eaLnBrk="1" latinLnBrk="0" hangingPunct="1">
        <a:lnSpc>
          <a:spcPct val="90000"/>
        </a:lnSpc>
        <a:spcBef>
          <a:spcPts val="17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1pPr>
      <a:lvl2pPr marL="16002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2004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4pPr>
      <a:lvl5pPr marL="64008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5pPr>
      <a:lvl6pPr marL="80010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7pPr>
      <a:lvl8pPr marL="112014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8pPr>
      <a:lvl9pPr marL="1280160" algn="l" defTabSz="320040" rtl="0" eaLnBrk="1" latinLnBrk="0" hangingPunct="1">
        <a:defRPr sz="6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79D4695-781B-A7D7-20B8-495CB0898D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032" t="25791" r="25366" b="28248"/>
          <a:stretch>
            <a:fillRect/>
          </a:stretch>
        </p:blipFill>
        <p:spPr>
          <a:xfrm>
            <a:off x="99421" y="188658"/>
            <a:ext cx="3001558" cy="24287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EB7E59-0C05-20AC-91F7-7DCFADD98A75}"/>
              </a:ext>
            </a:extLst>
          </p:cNvPr>
          <p:cNvSpPr txBox="1"/>
          <p:nvPr/>
        </p:nvSpPr>
        <p:spPr>
          <a:xfrm>
            <a:off x="2142" y="-41849"/>
            <a:ext cx="29599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Cleaner goby on live coral: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0AC55D-24AB-37A5-B205-87EC27E0E713}"/>
              </a:ext>
            </a:extLst>
          </p:cNvPr>
          <p:cNvSpPr txBox="1"/>
          <p:nvPr/>
        </p:nvSpPr>
        <p:spPr>
          <a:xfrm>
            <a:off x="2142" y="2651604"/>
            <a:ext cx="29599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Cleaner shrimp on anemone: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10F7D4-F36D-50DA-44AF-2CDFB0E288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1" y="2902096"/>
            <a:ext cx="2993001" cy="224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188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</TotalTime>
  <Words>11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Catheline Froehlich</dc:creator>
  <cp:lastModifiedBy>Catheline Froehlich</cp:lastModifiedBy>
  <cp:revision>5</cp:revision>
  <dcterms:created xsi:type="dcterms:W3CDTF">2025-07-17T16:29:12Z</dcterms:created>
  <dcterms:modified xsi:type="dcterms:W3CDTF">2025-09-14T15:40:11Z</dcterms:modified>
</cp:coreProperties>
</file>