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200400" cy="5303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868013"/>
            <a:ext cx="2720340" cy="1846521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2785743"/>
            <a:ext cx="2400300" cy="1280533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1322278"/>
            <a:ext cx="2760345" cy="2206249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3549399"/>
            <a:ext cx="2760345" cy="1160214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1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1411902"/>
            <a:ext cx="136017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1411902"/>
            <a:ext cx="136017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6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282381"/>
            <a:ext cx="2760345" cy="1025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1300177"/>
            <a:ext cx="1353919" cy="637197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937374"/>
            <a:ext cx="1353919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1300177"/>
            <a:ext cx="1360587" cy="637197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937374"/>
            <a:ext cx="1360587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5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3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353589"/>
            <a:ext cx="1032212" cy="1237562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763655"/>
            <a:ext cx="1620203" cy="3769163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591151"/>
            <a:ext cx="1032212" cy="294780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5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353589"/>
            <a:ext cx="1032212" cy="1237562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763655"/>
            <a:ext cx="1620203" cy="3769163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591151"/>
            <a:ext cx="1032212" cy="294780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5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282380"/>
            <a:ext cx="690086" cy="4494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282380"/>
            <a:ext cx="2030254" cy="4494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282381"/>
            <a:ext cx="2760345" cy="1025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1411902"/>
            <a:ext cx="2760345" cy="336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4915873"/>
            <a:ext cx="72009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E4DC2-2E65-4352-8FC1-1E45467C898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4915873"/>
            <a:ext cx="1080135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4915873"/>
            <a:ext cx="72009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EB0D1-730C-4AF4-8F98-1239E69C5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5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D4695-781B-A7D7-20B8-495CB0898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2" t="25791" r="25366" b="28248"/>
          <a:stretch>
            <a:fillRect/>
          </a:stretch>
        </p:blipFill>
        <p:spPr>
          <a:xfrm>
            <a:off x="99421" y="188658"/>
            <a:ext cx="3001558" cy="2428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B7E59-0C05-20AC-91F7-7DCFADD98A75}"/>
              </a:ext>
            </a:extLst>
          </p:cNvPr>
          <p:cNvSpPr txBox="1"/>
          <p:nvPr/>
        </p:nvSpPr>
        <p:spPr>
          <a:xfrm>
            <a:off x="2142" y="-41849"/>
            <a:ext cx="295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Cleaner goby on live coral: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AC55D-24AB-37A5-B205-87EC27E0E713}"/>
              </a:ext>
            </a:extLst>
          </p:cNvPr>
          <p:cNvSpPr txBox="1"/>
          <p:nvPr/>
        </p:nvSpPr>
        <p:spPr>
          <a:xfrm>
            <a:off x="2142" y="2651604"/>
            <a:ext cx="295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Cleaner shrimp on anemone: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2F3FF-ED2D-CD64-7F92-F4D18445C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3" t="3806"/>
          <a:stretch>
            <a:fillRect/>
          </a:stretch>
        </p:blipFill>
        <p:spPr>
          <a:xfrm>
            <a:off x="99419" y="2881513"/>
            <a:ext cx="3001559" cy="23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8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Catheline Froehlich</dc:creator>
  <cp:lastModifiedBy>Catheline Froehlich</cp:lastModifiedBy>
  <cp:revision>4</cp:revision>
  <dcterms:created xsi:type="dcterms:W3CDTF">2025-07-17T16:29:12Z</dcterms:created>
  <dcterms:modified xsi:type="dcterms:W3CDTF">2025-07-29T17:22:57Z</dcterms:modified>
</cp:coreProperties>
</file>